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71" r:id="rId2"/>
    <p:sldId id="272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SimpleTimelineDefaultColorVariant">
  <dgm:title val="Simple Timeline Default Color Variant"/>
  <dgm:desc val="Simple Timeline Default Color Variant"/>
  <dgm:catLst>
    <dgm:cat type="Other" pri="2"/>
  </dgm:catLst>
  <dgm:styleLbl name="node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>
        <a:alpha val="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accent1"/>
    </dgm:txFillClrLst>
    <dgm:txEffectClrLst/>
  </dgm:styleLbl>
  <dgm:styleLbl name="node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 meth="repeat">
      <a:schemeClr val="accent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2">
        <a:alpha val="9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E267D6-617E-4FDA-8E88-E29F8949C35F}" type="doc">
      <dgm:prSet loTypeId="urn:microsoft.com/office/officeart/2024/3/layout/BulletTimelineDefaultVariant" loCatId="Timeline" qsTypeId="urn:microsoft.com/office/officeart/2005/8/quickstyle/simple1" qsCatId="simple" csTypeId="urn:microsoft.com/office/officeart/2005/8/colors/SimpleTimelineDefaultColorVariant" csCatId="other" phldr="1"/>
      <dgm:spPr/>
      <dgm:t>
        <a:bodyPr/>
        <a:lstStyle/>
        <a:p>
          <a:endParaRPr lang="en-ZA"/>
        </a:p>
      </dgm:t>
    </dgm:pt>
    <dgm:pt modelId="{5CE482C7-54BB-47B0-9E91-945559E4CFA4}">
      <dgm:prSet/>
      <dgm:spPr/>
      <dgm:t>
        <a:bodyPr/>
        <a:lstStyle/>
        <a:p>
          <a:pPr>
            <a:defRPr b="1"/>
          </a:pPr>
          <a:r>
            <a:rPr lang="en-ZA" dirty="0"/>
            <a:t>ESG STRATEGY</a:t>
          </a:r>
        </a:p>
      </dgm:t>
    </dgm:pt>
    <dgm:pt modelId="{F3660A6C-FA63-4BF3-A16A-695266882185}" type="parTrans" cxnId="{A17CE519-0947-4F0B-B7CE-37EC98556416}">
      <dgm:prSet/>
      <dgm:spPr/>
      <dgm:t>
        <a:bodyPr/>
        <a:lstStyle/>
        <a:p>
          <a:endParaRPr lang="en-ZA"/>
        </a:p>
      </dgm:t>
    </dgm:pt>
    <dgm:pt modelId="{9CB9C8A3-C6FD-4E36-887E-700165FB27DE}" type="sibTrans" cxnId="{A17CE519-0947-4F0B-B7CE-37EC98556416}">
      <dgm:prSet/>
      <dgm:spPr/>
      <dgm:t>
        <a:bodyPr/>
        <a:lstStyle/>
        <a:p>
          <a:endParaRPr lang="en-ZA"/>
        </a:p>
      </dgm:t>
    </dgm:pt>
    <dgm:pt modelId="{B47060B2-638E-406D-AEA8-E4F253AF68A9}">
      <dgm:prSet/>
      <dgm:spPr/>
      <dgm:t>
        <a:bodyPr/>
        <a:lstStyle/>
        <a:p>
          <a:r>
            <a:rPr lang="en-ZA"/>
            <a:t>Policy review</a:t>
          </a:r>
        </a:p>
        <a:p>
          <a:r>
            <a:rPr lang="en-ZA"/>
            <a:t>Fit for purpose Strategy development</a:t>
          </a:r>
        </a:p>
        <a:p>
          <a:pPr>
            <a:buFont typeface="Arial" panose="020B0604020202020204" pitchFamily="34" charset="0"/>
            <a:buChar char="•"/>
          </a:pPr>
          <a:endParaRPr lang="en-ZA"/>
        </a:p>
      </dgm:t>
    </dgm:pt>
    <dgm:pt modelId="{FFA006CD-CE22-4EA8-8795-3AE345D87478}" type="parTrans" cxnId="{DE550F6E-0D2B-4C46-B363-F2EA21E963AC}">
      <dgm:prSet/>
      <dgm:spPr/>
      <dgm:t>
        <a:bodyPr/>
        <a:lstStyle/>
        <a:p>
          <a:endParaRPr lang="en-ZA"/>
        </a:p>
      </dgm:t>
    </dgm:pt>
    <dgm:pt modelId="{72F4D0C6-11EC-4350-89E3-1BD13A424AF9}" type="sibTrans" cxnId="{DE550F6E-0D2B-4C46-B363-F2EA21E963AC}">
      <dgm:prSet/>
      <dgm:spPr/>
      <dgm:t>
        <a:bodyPr/>
        <a:lstStyle/>
        <a:p>
          <a:endParaRPr lang="en-ZA"/>
        </a:p>
      </dgm:t>
    </dgm:pt>
    <dgm:pt modelId="{EFD2292A-4522-49C3-BF91-6E8E8FA30DCA}">
      <dgm:prSet/>
      <dgm:spPr/>
      <dgm:t>
        <a:bodyPr/>
        <a:lstStyle/>
        <a:p>
          <a:pPr>
            <a:defRPr b="1"/>
          </a:pPr>
          <a:r>
            <a:rPr lang="en-ZA" dirty="0"/>
            <a:t>CAPACITY BUILDING</a:t>
          </a:r>
        </a:p>
      </dgm:t>
    </dgm:pt>
    <dgm:pt modelId="{2164B2AF-5823-43A9-8AC5-B14882BD0B4C}" type="parTrans" cxnId="{EFF5716E-674A-4328-88B4-F7D8FE43EAA3}">
      <dgm:prSet/>
      <dgm:spPr/>
      <dgm:t>
        <a:bodyPr/>
        <a:lstStyle/>
        <a:p>
          <a:endParaRPr lang="en-ZA"/>
        </a:p>
      </dgm:t>
    </dgm:pt>
    <dgm:pt modelId="{CCC8F4C7-5410-4028-9C51-F17BA06DED2F}" type="sibTrans" cxnId="{EFF5716E-674A-4328-88B4-F7D8FE43EAA3}">
      <dgm:prSet/>
      <dgm:spPr/>
      <dgm:t>
        <a:bodyPr/>
        <a:lstStyle/>
        <a:p>
          <a:endParaRPr lang="en-ZA"/>
        </a:p>
      </dgm:t>
    </dgm:pt>
    <dgm:pt modelId="{4EB5D011-F95C-49D4-8351-95BAA051DB2B}">
      <dgm:prSet/>
      <dgm:spPr/>
      <dgm:t>
        <a:bodyPr/>
        <a:lstStyle/>
        <a:p>
          <a:r>
            <a:rPr lang="en-ZA" dirty="0"/>
            <a:t>Training and facilitation in Governance and ESG frameworks</a:t>
          </a:r>
        </a:p>
      </dgm:t>
    </dgm:pt>
    <dgm:pt modelId="{08690B68-138B-4AFB-9590-A9D2E18D4AA9}" type="parTrans" cxnId="{0BFD7DA5-DBE3-489C-A6BC-65E4305F1E45}">
      <dgm:prSet/>
      <dgm:spPr/>
      <dgm:t>
        <a:bodyPr/>
        <a:lstStyle/>
        <a:p>
          <a:endParaRPr lang="en-ZA"/>
        </a:p>
      </dgm:t>
    </dgm:pt>
    <dgm:pt modelId="{255C2515-C6CD-45AF-97B7-4629CE89548C}" type="sibTrans" cxnId="{0BFD7DA5-DBE3-489C-A6BC-65E4305F1E45}">
      <dgm:prSet/>
      <dgm:spPr/>
      <dgm:t>
        <a:bodyPr/>
        <a:lstStyle/>
        <a:p>
          <a:endParaRPr lang="en-ZA"/>
        </a:p>
      </dgm:t>
    </dgm:pt>
    <dgm:pt modelId="{18B5F286-BCC9-4A22-8DB6-1D0036204275}">
      <dgm:prSet/>
      <dgm:spPr/>
      <dgm:t>
        <a:bodyPr/>
        <a:lstStyle/>
        <a:p>
          <a:pPr>
            <a:defRPr b="1"/>
          </a:pPr>
          <a:r>
            <a:rPr lang="en-ZA" dirty="0"/>
            <a:t>SUSTAINABILITY </a:t>
          </a:r>
        </a:p>
      </dgm:t>
    </dgm:pt>
    <dgm:pt modelId="{28F09009-2743-4E7F-860F-6E2198EBFDB5}" type="parTrans" cxnId="{2D817CFF-7DD9-4634-AAEF-D714B58E144B}">
      <dgm:prSet/>
      <dgm:spPr/>
      <dgm:t>
        <a:bodyPr/>
        <a:lstStyle/>
        <a:p>
          <a:endParaRPr lang="en-ZA"/>
        </a:p>
      </dgm:t>
    </dgm:pt>
    <dgm:pt modelId="{3A94132E-2F2D-4CED-8D83-CB607E61E857}" type="sibTrans" cxnId="{2D817CFF-7DD9-4634-AAEF-D714B58E144B}">
      <dgm:prSet/>
      <dgm:spPr/>
      <dgm:t>
        <a:bodyPr/>
        <a:lstStyle/>
        <a:p>
          <a:endParaRPr lang="en-ZA"/>
        </a:p>
      </dgm:t>
    </dgm:pt>
    <dgm:pt modelId="{F4E7555E-D576-4DA0-B9EE-4A4711699DAC}">
      <dgm:prSet/>
      <dgm:spPr/>
      <dgm:t>
        <a:bodyPr/>
        <a:lstStyle/>
        <a:p>
          <a:r>
            <a:rPr lang="en-ZA" dirty="0"/>
            <a:t>Impact analysis and reporting</a:t>
          </a:r>
        </a:p>
        <a:p>
          <a:r>
            <a:rPr lang="en-ZA" dirty="0"/>
            <a:t>Standards alignment – SDG, IFC, PRI, GRI etc</a:t>
          </a:r>
        </a:p>
      </dgm:t>
    </dgm:pt>
    <dgm:pt modelId="{1E27314F-EA21-47BB-B1B6-A21CEE6FA295}" type="parTrans" cxnId="{E2846EC3-2A8B-4A87-A36A-D9BFA2432603}">
      <dgm:prSet/>
      <dgm:spPr/>
      <dgm:t>
        <a:bodyPr/>
        <a:lstStyle/>
        <a:p>
          <a:endParaRPr lang="en-ZA"/>
        </a:p>
      </dgm:t>
    </dgm:pt>
    <dgm:pt modelId="{4644485C-7E58-488B-94EC-072D0AC1790F}" type="sibTrans" cxnId="{E2846EC3-2A8B-4A87-A36A-D9BFA2432603}">
      <dgm:prSet/>
      <dgm:spPr/>
      <dgm:t>
        <a:bodyPr/>
        <a:lstStyle/>
        <a:p>
          <a:endParaRPr lang="en-ZA"/>
        </a:p>
      </dgm:t>
    </dgm:pt>
    <dgm:pt modelId="{8A122411-DD96-4DA4-A2DF-6D0E3DC599EF}">
      <dgm:prSet/>
      <dgm:spPr/>
      <dgm:t>
        <a:bodyPr/>
        <a:lstStyle/>
        <a:p>
          <a:pPr>
            <a:defRPr b="1"/>
          </a:pPr>
          <a:r>
            <a:rPr lang="en-ZA" dirty="0"/>
            <a:t>DILIGENCE &amp; SCREENING</a:t>
          </a:r>
        </a:p>
      </dgm:t>
    </dgm:pt>
    <dgm:pt modelId="{EE34A802-C37F-4A06-AFBC-9F94DE1118AB}" type="parTrans" cxnId="{D2FE3284-C4F7-4490-87F8-AF06C2F9D979}">
      <dgm:prSet/>
      <dgm:spPr/>
      <dgm:t>
        <a:bodyPr/>
        <a:lstStyle/>
        <a:p>
          <a:endParaRPr lang="en-ZA"/>
        </a:p>
      </dgm:t>
    </dgm:pt>
    <dgm:pt modelId="{D287973F-53AA-4CB1-A913-2CC75C8C3F35}" type="sibTrans" cxnId="{D2FE3284-C4F7-4490-87F8-AF06C2F9D979}">
      <dgm:prSet/>
      <dgm:spPr/>
      <dgm:t>
        <a:bodyPr/>
        <a:lstStyle/>
        <a:p>
          <a:endParaRPr lang="en-ZA"/>
        </a:p>
      </dgm:t>
    </dgm:pt>
    <dgm:pt modelId="{2BCB1E1A-4C11-4747-A965-6FE74D137BAF}">
      <dgm:prSet/>
      <dgm:spPr/>
      <dgm:t>
        <a:bodyPr/>
        <a:lstStyle/>
        <a:p>
          <a:r>
            <a:rPr lang="en-ZA" dirty="0"/>
            <a:t>Pre and post -investment screening and review</a:t>
          </a:r>
        </a:p>
        <a:p>
          <a:endParaRPr lang="en-ZA" dirty="0"/>
        </a:p>
      </dgm:t>
    </dgm:pt>
    <dgm:pt modelId="{38D8060D-6CDC-4627-B49A-1D647B7BD360}" type="parTrans" cxnId="{5D58EFF5-0A0C-4EAE-AA04-CF2BABE49746}">
      <dgm:prSet/>
      <dgm:spPr/>
      <dgm:t>
        <a:bodyPr/>
        <a:lstStyle/>
        <a:p>
          <a:endParaRPr lang="en-ZA"/>
        </a:p>
      </dgm:t>
    </dgm:pt>
    <dgm:pt modelId="{00575497-1A8C-418E-9819-CE012C618ADE}" type="sibTrans" cxnId="{5D58EFF5-0A0C-4EAE-AA04-CF2BABE49746}">
      <dgm:prSet/>
      <dgm:spPr/>
      <dgm:t>
        <a:bodyPr/>
        <a:lstStyle/>
        <a:p>
          <a:endParaRPr lang="en-ZA"/>
        </a:p>
      </dgm:t>
    </dgm:pt>
    <dgm:pt modelId="{B2B01989-A602-4FE6-8AFF-DE4E7D8A6A19}">
      <dgm:prSet/>
      <dgm:spPr/>
      <dgm:t>
        <a:bodyPr/>
        <a:lstStyle/>
        <a:p>
          <a:pPr>
            <a:defRPr b="1"/>
          </a:pPr>
          <a:r>
            <a:rPr lang="en-ZA" dirty="0"/>
            <a:t>GOVERNANCE</a:t>
          </a:r>
        </a:p>
      </dgm:t>
    </dgm:pt>
    <dgm:pt modelId="{09F80943-5390-47CD-BA3D-82A4CFB62FEA}" type="parTrans" cxnId="{397B157E-B3B9-42B7-BFDA-69AC7AB5E2B1}">
      <dgm:prSet/>
      <dgm:spPr/>
      <dgm:t>
        <a:bodyPr/>
        <a:lstStyle/>
        <a:p>
          <a:endParaRPr lang="en-ZA"/>
        </a:p>
      </dgm:t>
    </dgm:pt>
    <dgm:pt modelId="{CE8190A8-4266-4B16-90B5-402B54EB6644}" type="sibTrans" cxnId="{397B157E-B3B9-42B7-BFDA-69AC7AB5E2B1}">
      <dgm:prSet/>
      <dgm:spPr/>
      <dgm:t>
        <a:bodyPr/>
        <a:lstStyle/>
        <a:p>
          <a:endParaRPr lang="en-ZA"/>
        </a:p>
      </dgm:t>
    </dgm:pt>
    <dgm:pt modelId="{FA26A6E3-55DE-4DDC-808F-40F37D7C50D2}">
      <dgm:prSet/>
      <dgm:spPr/>
      <dgm:t>
        <a:bodyPr/>
        <a:lstStyle/>
        <a:p>
          <a:r>
            <a:rPr lang="en-ZA" dirty="0"/>
            <a:t>Framework design</a:t>
          </a:r>
        </a:p>
        <a:p>
          <a:r>
            <a:rPr lang="en-ZA" dirty="0"/>
            <a:t>Policy review</a:t>
          </a:r>
        </a:p>
        <a:p>
          <a:r>
            <a:rPr lang="en-ZA" dirty="0"/>
            <a:t>Stakeholder mapping </a:t>
          </a:r>
        </a:p>
        <a:p>
          <a:endParaRPr lang="en-ZA" dirty="0"/>
        </a:p>
        <a:p>
          <a:r>
            <a:rPr lang="en-ZA" dirty="0"/>
            <a:t> </a:t>
          </a:r>
        </a:p>
      </dgm:t>
    </dgm:pt>
    <dgm:pt modelId="{9EA8CE07-7BBE-4142-9873-ACDB7CD593E6}" type="parTrans" cxnId="{9E04A009-4389-4C21-AE5E-8CD1F28EAC2C}">
      <dgm:prSet/>
      <dgm:spPr/>
      <dgm:t>
        <a:bodyPr/>
        <a:lstStyle/>
        <a:p>
          <a:endParaRPr lang="en-ZA"/>
        </a:p>
      </dgm:t>
    </dgm:pt>
    <dgm:pt modelId="{0E4E4B17-135B-4BC7-8999-F3D2B987A18E}" type="sibTrans" cxnId="{9E04A009-4389-4C21-AE5E-8CD1F28EAC2C}">
      <dgm:prSet/>
      <dgm:spPr/>
      <dgm:t>
        <a:bodyPr/>
        <a:lstStyle/>
        <a:p>
          <a:endParaRPr lang="en-ZA"/>
        </a:p>
      </dgm:t>
    </dgm:pt>
    <dgm:pt modelId="{F13938BB-14A2-4EC5-A241-3ECACCD8CCCE}" type="pres">
      <dgm:prSet presAssocID="{98E267D6-617E-4FDA-8E88-E29F8949C35F}" presName="root" presStyleCnt="0">
        <dgm:presLayoutVars>
          <dgm:chMax/>
          <dgm:chPref/>
          <dgm:animLvl val="lvl"/>
        </dgm:presLayoutVars>
      </dgm:prSet>
      <dgm:spPr/>
    </dgm:pt>
    <dgm:pt modelId="{7B7FE143-07E0-46DB-8FD1-9F81708644CB}" type="pres">
      <dgm:prSet presAssocID="{98E267D6-617E-4FDA-8E88-E29F8949C35F}" presName="divider" presStyleLbl="fgAcc1" presStyleIdx="0" presStyleCnt="1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C27FCF78-37D5-4F5F-82C6-EA5EB29F0ABD}" type="pres">
      <dgm:prSet presAssocID="{98E267D6-617E-4FDA-8E88-E29F8949C35F}" presName="nodes" presStyleCnt="0">
        <dgm:presLayoutVars>
          <dgm:chMax/>
          <dgm:chPref/>
          <dgm:animLvl val="lvl"/>
        </dgm:presLayoutVars>
      </dgm:prSet>
      <dgm:spPr/>
    </dgm:pt>
    <dgm:pt modelId="{693CDEB2-DEB9-423B-8FA3-E8F8B80FB68C}" type="pres">
      <dgm:prSet presAssocID="{5CE482C7-54BB-47B0-9E91-945559E4CFA4}" presName="composite" presStyleCnt="0"/>
      <dgm:spPr/>
    </dgm:pt>
    <dgm:pt modelId="{E86C1C24-EF08-4219-9ED3-822A81CB7D58}" type="pres">
      <dgm:prSet presAssocID="{5CE482C7-54BB-47B0-9E91-945559E4CFA4}" presName="ConnectorPoint" presStyleLbl="lnNode1" presStyleIdx="0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B8CC5BDE-91A9-48FC-B724-DCEA1CC9E098}" type="pres">
      <dgm:prSet presAssocID="{5CE482C7-54BB-47B0-9E91-945559E4CFA4}" presName="DropPinPlaceHolder" presStyleCnt="0"/>
      <dgm:spPr/>
    </dgm:pt>
    <dgm:pt modelId="{6F8A4EF7-1ECD-41E0-8CA0-B6D0135F0DA0}" type="pres">
      <dgm:prSet presAssocID="{5CE482C7-54BB-47B0-9E91-945559E4CFA4}" presName="DropPin" presStyleLbl="revTx" presStyleIdx="0" presStyleCnt="15"/>
      <dgm:spPr/>
    </dgm:pt>
    <dgm:pt modelId="{C960EA2E-1A4D-4957-A000-D5722CF7DD27}" type="pres">
      <dgm:prSet presAssocID="{5CE482C7-54BB-47B0-9E91-945559E4CFA4}" presName="Ellipse" presStyleLbl="node2" presStyleIdx="0" presStyleCnt="5"/>
      <dgm:spPr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noFill/>
          <a:prstDash val="solid"/>
        </a:ln>
        <a:effectLst/>
      </dgm:spPr>
    </dgm:pt>
    <dgm:pt modelId="{B9CE8E3B-68C1-47AC-9DAA-6190A206F2EB}" type="pres">
      <dgm:prSet presAssocID="{5CE482C7-54BB-47B0-9E91-945559E4CFA4}" presName="L2TextContainer" presStyleLbl="revTx" presStyleIdx="1" presStyleCnt="15">
        <dgm:presLayoutVars>
          <dgm:bulletEnabled val="1"/>
        </dgm:presLayoutVars>
      </dgm:prSet>
      <dgm:spPr/>
    </dgm:pt>
    <dgm:pt modelId="{ECDB1791-2A44-40B9-B1D5-EA8845DBDED5}" type="pres">
      <dgm:prSet presAssocID="{5CE482C7-54BB-47B0-9E91-945559E4CFA4}" presName="L1TextContainer" presStyleLbl="revTx" presStyleIdx="2" presStyleCnt="15">
        <dgm:presLayoutVars>
          <dgm:chMax val="1"/>
          <dgm:chPref val="1"/>
          <dgm:bulletEnabled val="1"/>
        </dgm:presLayoutVars>
      </dgm:prSet>
      <dgm:spPr/>
    </dgm:pt>
    <dgm:pt modelId="{2B555C4D-A317-443E-89D1-5D88CA6531C4}" type="pres">
      <dgm:prSet presAssocID="{5CE482C7-54BB-47B0-9E91-945559E4CFA4}" presName="ConnectLine" presStyleLbl="sibTrans1D1" presStyleIdx="0" presStyleCnt="5"/>
      <dgm:spPr/>
    </dgm:pt>
    <dgm:pt modelId="{8ADB3B12-0AC4-4A75-ACFC-BE957F8BAE76}" type="pres">
      <dgm:prSet presAssocID="{5CE482C7-54BB-47B0-9E91-945559E4CFA4}" presName="EmptyPlaceHolder" presStyleCnt="0"/>
      <dgm:spPr/>
    </dgm:pt>
    <dgm:pt modelId="{C69F2D4A-6DFF-44D6-9C17-21F98741CC45}" type="pres">
      <dgm:prSet presAssocID="{9CB9C8A3-C6FD-4E36-887E-700165FB27DE}" presName="spaceBetweenRectangles" presStyleCnt="0"/>
      <dgm:spPr/>
    </dgm:pt>
    <dgm:pt modelId="{3BEA7B01-D5A9-4C0C-9D3C-6F2918691FDE}" type="pres">
      <dgm:prSet presAssocID="{EFD2292A-4522-49C3-BF91-6E8E8FA30DCA}" presName="composite" presStyleCnt="0"/>
      <dgm:spPr/>
    </dgm:pt>
    <dgm:pt modelId="{9DD6F85B-FFD3-44FA-8BAB-C5AA4BE5F88C}" type="pres">
      <dgm:prSet presAssocID="{EFD2292A-4522-49C3-BF91-6E8E8FA30DCA}" presName="ConnectorPoint" presStyleLbl="lnNode1" presStyleIdx="1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18EDA9FB-404D-4892-BA53-952693FD1100}" type="pres">
      <dgm:prSet presAssocID="{EFD2292A-4522-49C3-BF91-6E8E8FA30DCA}" presName="DropPinPlaceHolder" presStyleCnt="0"/>
      <dgm:spPr/>
    </dgm:pt>
    <dgm:pt modelId="{A4B6F233-806F-449D-9D44-25BC4092C2F3}" type="pres">
      <dgm:prSet presAssocID="{EFD2292A-4522-49C3-BF91-6E8E8FA30DCA}" presName="DropPin" presStyleLbl="revTx" presStyleIdx="3" presStyleCnt="15"/>
      <dgm:spPr/>
    </dgm:pt>
    <dgm:pt modelId="{7DC25E53-ACB2-4459-A61B-F7F2A196313F}" type="pres">
      <dgm:prSet presAssocID="{EFD2292A-4522-49C3-BF91-6E8E8FA30DCA}" presName="Ellipse" presStyleLbl="node2" presStyleIdx="1" presStyleCnt="5"/>
      <dgm:spPr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noFill/>
          <a:prstDash val="solid"/>
        </a:ln>
        <a:effectLst/>
      </dgm:spPr>
    </dgm:pt>
    <dgm:pt modelId="{B741A812-FD5C-48CC-B928-9D566CBEE1B1}" type="pres">
      <dgm:prSet presAssocID="{EFD2292A-4522-49C3-BF91-6E8E8FA30DCA}" presName="L2TextContainer" presStyleLbl="revTx" presStyleIdx="4" presStyleCnt="15">
        <dgm:presLayoutVars>
          <dgm:bulletEnabled val="1"/>
        </dgm:presLayoutVars>
      </dgm:prSet>
      <dgm:spPr/>
    </dgm:pt>
    <dgm:pt modelId="{C33DBC65-5568-4EA0-A8B7-884DF24561C7}" type="pres">
      <dgm:prSet presAssocID="{EFD2292A-4522-49C3-BF91-6E8E8FA30DCA}" presName="L1TextContainer" presStyleLbl="revTx" presStyleIdx="5" presStyleCnt="15">
        <dgm:presLayoutVars>
          <dgm:chMax val="1"/>
          <dgm:chPref val="1"/>
          <dgm:bulletEnabled val="1"/>
        </dgm:presLayoutVars>
      </dgm:prSet>
      <dgm:spPr/>
    </dgm:pt>
    <dgm:pt modelId="{7A10B62D-9FA3-4E37-86BA-6171559719EF}" type="pres">
      <dgm:prSet presAssocID="{EFD2292A-4522-49C3-BF91-6E8E8FA30DCA}" presName="ConnectLine" presStyleLbl="sibTrans1D1" presStyleIdx="1" presStyleCnt="5"/>
      <dgm:spPr/>
    </dgm:pt>
    <dgm:pt modelId="{3B30285D-81B9-4749-82B3-58D4CE031959}" type="pres">
      <dgm:prSet presAssocID="{EFD2292A-4522-49C3-BF91-6E8E8FA30DCA}" presName="EmptyPlaceHolder" presStyleCnt="0"/>
      <dgm:spPr/>
    </dgm:pt>
    <dgm:pt modelId="{C85F700D-ABB5-4E54-ABF4-5BAC359D9B1A}" type="pres">
      <dgm:prSet presAssocID="{CCC8F4C7-5410-4028-9C51-F17BA06DED2F}" presName="spaceBetweenRectangles" presStyleCnt="0"/>
      <dgm:spPr/>
    </dgm:pt>
    <dgm:pt modelId="{CB0E75D6-351B-4661-9E81-9F8864E3572D}" type="pres">
      <dgm:prSet presAssocID="{18B5F286-BCC9-4A22-8DB6-1D0036204275}" presName="composite" presStyleCnt="0"/>
      <dgm:spPr/>
    </dgm:pt>
    <dgm:pt modelId="{B52B779F-4E34-4B3C-A4FE-DA615BAA4EE8}" type="pres">
      <dgm:prSet presAssocID="{18B5F286-BCC9-4A22-8DB6-1D0036204275}" presName="ConnectorPoint" presStyleLbl="lnNode1" presStyleIdx="2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626ECE63-FF6D-4488-8E37-B0D56B97886F}" type="pres">
      <dgm:prSet presAssocID="{18B5F286-BCC9-4A22-8DB6-1D0036204275}" presName="DropPinPlaceHolder" presStyleCnt="0"/>
      <dgm:spPr/>
    </dgm:pt>
    <dgm:pt modelId="{E9AC7253-463E-4121-988B-DD9EC44258B8}" type="pres">
      <dgm:prSet presAssocID="{18B5F286-BCC9-4A22-8DB6-1D0036204275}" presName="DropPin" presStyleLbl="revTx" presStyleIdx="6" presStyleCnt="15"/>
      <dgm:spPr/>
    </dgm:pt>
    <dgm:pt modelId="{26E8AAFA-8CD8-4BB5-9845-09CB451913D5}" type="pres">
      <dgm:prSet presAssocID="{18B5F286-BCC9-4A22-8DB6-1D0036204275}" presName="Ellipse" presStyleLbl="node2" presStyleIdx="2" presStyleCnt="5"/>
      <dgm:spPr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noFill/>
          <a:prstDash val="solid"/>
        </a:ln>
        <a:effectLst/>
      </dgm:spPr>
    </dgm:pt>
    <dgm:pt modelId="{A3AEF6A6-00EE-47C3-BC93-BC3D28475E9D}" type="pres">
      <dgm:prSet presAssocID="{18B5F286-BCC9-4A22-8DB6-1D0036204275}" presName="L2TextContainer" presStyleLbl="revTx" presStyleIdx="7" presStyleCnt="15">
        <dgm:presLayoutVars>
          <dgm:bulletEnabled val="1"/>
        </dgm:presLayoutVars>
      </dgm:prSet>
      <dgm:spPr/>
    </dgm:pt>
    <dgm:pt modelId="{E7907747-231C-420E-8D08-6B8043E222E8}" type="pres">
      <dgm:prSet presAssocID="{18B5F286-BCC9-4A22-8DB6-1D0036204275}" presName="L1TextContainer" presStyleLbl="revTx" presStyleIdx="8" presStyleCnt="15">
        <dgm:presLayoutVars>
          <dgm:chMax val="1"/>
          <dgm:chPref val="1"/>
          <dgm:bulletEnabled val="1"/>
        </dgm:presLayoutVars>
      </dgm:prSet>
      <dgm:spPr/>
    </dgm:pt>
    <dgm:pt modelId="{C963A902-CF4C-425C-B3ED-861BE579FF04}" type="pres">
      <dgm:prSet presAssocID="{18B5F286-BCC9-4A22-8DB6-1D0036204275}" presName="ConnectLine" presStyleLbl="sibTrans1D1" presStyleIdx="2" presStyleCnt="5"/>
      <dgm:spPr/>
    </dgm:pt>
    <dgm:pt modelId="{B238EBF2-3E31-4592-BAF9-5DE3C4164A5A}" type="pres">
      <dgm:prSet presAssocID="{18B5F286-BCC9-4A22-8DB6-1D0036204275}" presName="EmptyPlaceHolder" presStyleCnt="0"/>
      <dgm:spPr/>
    </dgm:pt>
    <dgm:pt modelId="{15523CBB-6B17-42A8-9085-8185072EC3DC}" type="pres">
      <dgm:prSet presAssocID="{3A94132E-2F2D-4CED-8D83-CB607E61E857}" presName="spaceBetweenRectangles" presStyleCnt="0"/>
      <dgm:spPr/>
    </dgm:pt>
    <dgm:pt modelId="{EB3ADF5A-00D2-43DC-804A-F0D50DD9AAF1}" type="pres">
      <dgm:prSet presAssocID="{8A122411-DD96-4DA4-A2DF-6D0E3DC599EF}" presName="composite" presStyleCnt="0"/>
      <dgm:spPr/>
    </dgm:pt>
    <dgm:pt modelId="{B53602BB-2930-4427-AD9A-EBD603FD138A}" type="pres">
      <dgm:prSet presAssocID="{8A122411-DD96-4DA4-A2DF-6D0E3DC599EF}" presName="ConnectorPoint" presStyleLbl="lnNode1" presStyleIdx="3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D2E44287-5E45-4FA8-85D6-5C2D919E561F}" type="pres">
      <dgm:prSet presAssocID="{8A122411-DD96-4DA4-A2DF-6D0E3DC599EF}" presName="DropPinPlaceHolder" presStyleCnt="0"/>
      <dgm:spPr/>
    </dgm:pt>
    <dgm:pt modelId="{A51EA00C-24AD-4C5F-AEF8-67698011488D}" type="pres">
      <dgm:prSet presAssocID="{8A122411-DD96-4DA4-A2DF-6D0E3DC599EF}" presName="DropPin" presStyleLbl="revTx" presStyleIdx="9" presStyleCnt="15"/>
      <dgm:spPr/>
    </dgm:pt>
    <dgm:pt modelId="{20C4C855-D3CA-4561-95F3-64D43866B993}" type="pres">
      <dgm:prSet presAssocID="{8A122411-DD96-4DA4-A2DF-6D0E3DC599EF}" presName="Ellipse" presStyleLbl="node2" presStyleIdx="3" presStyleCnt="5"/>
      <dgm:spPr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noFill/>
          <a:prstDash val="solid"/>
        </a:ln>
        <a:effectLst/>
      </dgm:spPr>
    </dgm:pt>
    <dgm:pt modelId="{B08754B5-4618-4574-841A-CD33C30F28C1}" type="pres">
      <dgm:prSet presAssocID="{8A122411-DD96-4DA4-A2DF-6D0E3DC599EF}" presName="L2TextContainer" presStyleLbl="revTx" presStyleIdx="10" presStyleCnt="15">
        <dgm:presLayoutVars>
          <dgm:bulletEnabled val="1"/>
        </dgm:presLayoutVars>
      </dgm:prSet>
      <dgm:spPr/>
    </dgm:pt>
    <dgm:pt modelId="{105285C7-5152-43EE-9120-E810B5184896}" type="pres">
      <dgm:prSet presAssocID="{8A122411-DD96-4DA4-A2DF-6D0E3DC599EF}" presName="L1TextContainer" presStyleLbl="revTx" presStyleIdx="11" presStyleCnt="15">
        <dgm:presLayoutVars>
          <dgm:chMax val="1"/>
          <dgm:chPref val="1"/>
          <dgm:bulletEnabled val="1"/>
        </dgm:presLayoutVars>
      </dgm:prSet>
      <dgm:spPr/>
    </dgm:pt>
    <dgm:pt modelId="{430D1A84-A43E-48C7-B313-04B1FDE0BB09}" type="pres">
      <dgm:prSet presAssocID="{8A122411-DD96-4DA4-A2DF-6D0E3DC599EF}" presName="ConnectLine" presStyleLbl="sibTrans1D1" presStyleIdx="3" presStyleCnt="5"/>
      <dgm:spPr/>
    </dgm:pt>
    <dgm:pt modelId="{6FCF61ED-E6C4-42DA-9870-26F5E44AFB9A}" type="pres">
      <dgm:prSet presAssocID="{8A122411-DD96-4DA4-A2DF-6D0E3DC599EF}" presName="EmptyPlaceHolder" presStyleCnt="0"/>
      <dgm:spPr/>
    </dgm:pt>
    <dgm:pt modelId="{0E730638-C8B4-4482-A9A5-361E8EE26393}" type="pres">
      <dgm:prSet presAssocID="{D287973F-53AA-4CB1-A913-2CC75C8C3F35}" presName="spaceBetweenRectangles" presStyleCnt="0"/>
      <dgm:spPr/>
    </dgm:pt>
    <dgm:pt modelId="{CF9458A2-3C09-4FF2-AFDB-942294778503}" type="pres">
      <dgm:prSet presAssocID="{B2B01989-A602-4FE6-8AFF-DE4E7D8A6A19}" presName="composite" presStyleCnt="0"/>
      <dgm:spPr/>
    </dgm:pt>
    <dgm:pt modelId="{0ED34089-41A8-4BFD-9082-EE8FA621B41F}" type="pres">
      <dgm:prSet presAssocID="{B2B01989-A602-4FE6-8AFF-DE4E7D8A6A19}" presName="ConnectorPoint" presStyleLbl="lnNode1" presStyleIdx="4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414F708B-608C-46FC-B873-10F63F550D53}" type="pres">
      <dgm:prSet presAssocID="{B2B01989-A602-4FE6-8AFF-DE4E7D8A6A19}" presName="DropPinPlaceHolder" presStyleCnt="0"/>
      <dgm:spPr/>
    </dgm:pt>
    <dgm:pt modelId="{9707FCCE-FE2C-40E5-BBD3-8D1BE3DD1089}" type="pres">
      <dgm:prSet presAssocID="{B2B01989-A602-4FE6-8AFF-DE4E7D8A6A19}" presName="DropPin" presStyleLbl="revTx" presStyleIdx="12" presStyleCnt="15"/>
      <dgm:spPr/>
    </dgm:pt>
    <dgm:pt modelId="{92980D2F-2F3C-40B5-AA1D-6CDFA95E2ECA}" type="pres">
      <dgm:prSet presAssocID="{B2B01989-A602-4FE6-8AFF-DE4E7D8A6A19}" presName="Ellipse" presStyleLbl="node2" presStyleIdx="4" presStyleCnt="5"/>
      <dgm:spPr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noFill/>
          <a:prstDash val="solid"/>
        </a:ln>
        <a:effectLst/>
      </dgm:spPr>
    </dgm:pt>
    <dgm:pt modelId="{15598551-9E00-47BA-852C-998599D513B1}" type="pres">
      <dgm:prSet presAssocID="{B2B01989-A602-4FE6-8AFF-DE4E7D8A6A19}" presName="L2TextContainer" presStyleLbl="revTx" presStyleIdx="13" presStyleCnt="15">
        <dgm:presLayoutVars>
          <dgm:bulletEnabled val="1"/>
        </dgm:presLayoutVars>
      </dgm:prSet>
      <dgm:spPr/>
    </dgm:pt>
    <dgm:pt modelId="{C849E54C-873E-43FD-8DD1-09B84EBDB509}" type="pres">
      <dgm:prSet presAssocID="{B2B01989-A602-4FE6-8AFF-DE4E7D8A6A19}" presName="L1TextContainer" presStyleLbl="revTx" presStyleIdx="14" presStyleCnt="15">
        <dgm:presLayoutVars>
          <dgm:chMax val="1"/>
          <dgm:chPref val="1"/>
          <dgm:bulletEnabled val="1"/>
        </dgm:presLayoutVars>
      </dgm:prSet>
      <dgm:spPr/>
    </dgm:pt>
    <dgm:pt modelId="{310A462F-2C2C-4763-B9B0-52C4187657CA}" type="pres">
      <dgm:prSet presAssocID="{B2B01989-A602-4FE6-8AFF-DE4E7D8A6A19}" presName="ConnectLine" presStyleLbl="sibTrans1D1" presStyleIdx="4" presStyleCnt="5"/>
      <dgm:spPr/>
    </dgm:pt>
    <dgm:pt modelId="{02271D0D-2BB7-4483-9C66-D093F85C2689}" type="pres">
      <dgm:prSet presAssocID="{B2B01989-A602-4FE6-8AFF-DE4E7D8A6A19}" presName="EmptyPlaceHolder" presStyleCnt="0"/>
      <dgm:spPr/>
    </dgm:pt>
  </dgm:ptLst>
  <dgm:cxnLst>
    <dgm:cxn modelId="{9E04A009-4389-4C21-AE5E-8CD1F28EAC2C}" srcId="{B2B01989-A602-4FE6-8AFF-DE4E7D8A6A19}" destId="{FA26A6E3-55DE-4DDC-808F-40F37D7C50D2}" srcOrd="0" destOrd="0" parTransId="{9EA8CE07-7BBE-4142-9873-ACDB7CD593E6}" sibTransId="{0E4E4B17-135B-4BC7-8999-F3D2B987A18E}"/>
    <dgm:cxn modelId="{A17CE519-0947-4F0B-B7CE-37EC98556416}" srcId="{98E267D6-617E-4FDA-8E88-E29F8949C35F}" destId="{5CE482C7-54BB-47B0-9E91-945559E4CFA4}" srcOrd="0" destOrd="0" parTransId="{F3660A6C-FA63-4BF3-A16A-695266882185}" sibTransId="{9CB9C8A3-C6FD-4E36-887E-700165FB27DE}"/>
    <dgm:cxn modelId="{A7989D2A-F25D-4D41-94E0-F98F82D8E9FE}" type="presOf" srcId="{98E267D6-617E-4FDA-8E88-E29F8949C35F}" destId="{F13938BB-14A2-4EC5-A241-3ECACCD8CCCE}" srcOrd="0" destOrd="0" presId="urn:microsoft.com/office/officeart/2024/3/layout/BulletTimelineDefaultVariant"/>
    <dgm:cxn modelId="{08C01C63-778B-4DF3-B452-5C9B00C96871}" type="presOf" srcId="{4EB5D011-F95C-49D4-8351-95BAA051DB2B}" destId="{B741A812-FD5C-48CC-B928-9D566CBEE1B1}" srcOrd="0" destOrd="0" presId="urn:microsoft.com/office/officeart/2024/3/layout/BulletTimelineDefaultVariant"/>
    <dgm:cxn modelId="{57691E49-E9AD-43CF-9AFE-50141B83A0DC}" type="presOf" srcId="{2BCB1E1A-4C11-4747-A965-6FE74D137BAF}" destId="{B08754B5-4618-4574-841A-CD33C30F28C1}" srcOrd="0" destOrd="0" presId="urn:microsoft.com/office/officeart/2024/3/layout/BulletTimelineDefaultVariant"/>
    <dgm:cxn modelId="{DE550F6E-0D2B-4C46-B363-F2EA21E963AC}" srcId="{5CE482C7-54BB-47B0-9E91-945559E4CFA4}" destId="{B47060B2-638E-406D-AEA8-E4F253AF68A9}" srcOrd="0" destOrd="0" parTransId="{FFA006CD-CE22-4EA8-8795-3AE345D87478}" sibTransId="{72F4D0C6-11EC-4350-89E3-1BD13A424AF9}"/>
    <dgm:cxn modelId="{EFF5716E-674A-4328-88B4-F7D8FE43EAA3}" srcId="{98E267D6-617E-4FDA-8E88-E29F8949C35F}" destId="{EFD2292A-4522-49C3-BF91-6E8E8FA30DCA}" srcOrd="1" destOrd="0" parTransId="{2164B2AF-5823-43A9-8AC5-B14882BD0B4C}" sibTransId="{CCC8F4C7-5410-4028-9C51-F17BA06DED2F}"/>
    <dgm:cxn modelId="{397B157E-B3B9-42B7-BFDA-69AC7AB5E2B1}" srcId="{98E267D6-617E-4FDA-8E88-E29F8949C35F}" destId="{B2B01989-A602-4FE6-8AFF-DE4E7D8A6A19}" srcOrd="4" destOrd="0" parTransId="{09F80943-5390-47CD-BA3D-82A4CFB62FEA}" sibTransId="{CE8190A8-4266-4B16-90B5-402B54EB6644}"/>
    <dgm:cxn modelId="{D2FE3284-C4F7-4490-87F8-AF06C2F9D979}" srcId="{98E267D6-617E-4FDA-8E88-E29F8949C35F}" destId="{8A122411-DD96-4DA4-A2DF-6D0E3DC599EF}" srcOrd="3" destOrd="0" parTransId="{EE34A802-C37F-4A06-AFBC-9F94DE1118AB}" sibTransId="{D287973F-53AA-4CB1-A913-2CC75C8C3F35}"/>
    <dgm:cxn modelId="{87DA5B92-C0EF-479F-8129-1FD2EA1B4F28}" type="presOf" srcId="{FA26A6E3-55DE-4DDC-808F-40F37D7C50D2}" destId="{15598551-9E00-47BA-852C-998599D513B1}" srcOrd="0" destOrd="0" presId="urn:microsoft.com/office/officeart/2024/3/layout/BulletTimelineDefaultVariant"/>
    <dgm:cxn modelId="{FA202A9A-4366-465D-B75D-66577C749D25}" type="presOf" srcId="{F4E7555E-D576-4DA0-B9EE-4A4711699DAC}" destId="{A3AEF6A6-00EE-47C3-BC93-BC3D28475E9D}" srcOrd="0" destOrd="0" presId="urn:microsoft.com/office/officeart/2024/3/layout/BulletTimelineDefaultVariant"/>
    <dgm:cxn modelId="{E263689D-8EAF-47A8-AB30-20CF42381106}" type="presOf" srcId="{B2B01989-A602-4FE6-8AFF-DE4E7D8A6A19}" destId="{C849E54C-873E-43FD-8DD1-09B84EBDB509}" srcOrd="0" destOrd="0" presId="urn:microsoft.com/office/officeart/2024/3/layout/BulletTimelineDefaultVariant"/>
    <dgm:cxn modelId="{0BFD7DA5-DBE3-489C-A6BC-65E4305F1E45}" srcId="{EFD2292A-4522-49C3-BF91-6E8E8FA30DCA}" destId="{4EB5D011-F95C-49D4-8351-95BAA051DB2B}" srcOrd="0" destOrd="0" parTransId="{08690B68-138B-4AFB-9590-A9D2E18D4AA9}" sibTransId="{255C2515-C6CD-45AF-97B7-4629CE89548C}"/>
    <dgm:cxn modelId="{E2846EC3-2A8B-4A87-A36A-D9BFA2432603}" srcId="{18B5F286-BCC9-4A22-8DB6-1D0036204275}" destId="{F4E7555E-D576-4DA0-B9EE-4A4711699DAC}" srcOrd="0" destOrd="0" parTransId="{1E27314F-EA21-47BB-B1B6-A21CEE6FA295}" sibTransId="{4644485C-7E58-488B-94EC-072D0AC1790F}"/>
    <dgm:cxn modelId="{495D81C5-8C4F-49D3-BE0A-B6C9DFA4EF55}" type="presOf" srcId="{EFD2292A-4522-49C3-BF91-6E8E8FA30DCA}" destId="{C33DBC65-5568-4EA0-A8B7-884DF24561C7}" srcOrd="0" destOrd="0" presId="urn:microsoft.com/office/officeart/2024/3/layout/BulletTimelineDefaultVariant"/>
    <dgm:cxn modelId="{D3BABCE6-DAB9-4D2F-943D-CE9E890FC608}" type="presOf" srcId="{B47060B2-638E-406D-AEA8-E4F253AF68A9}" destId="{B9CE8E3B-68C1-47AC-9DAA-6190A206F2EB}" srcOrd="0" destOrd="0" presId="urn:microsoft.com/office/officeart/2024/3/layout/BulletTimelineDefaultVariant"/>
    <dgm:cxn modelId="{2FCA61F1-A0FF-4A28-B4B9-6A8B11EC87AD}" type="presOf" srcId="{8A122411-DD96-4DA4-A2DF-6D0E3DC599EF}" destId="{105285C7-5152-43EE-9120-E810B5184896}" srcOrd="0" destOrd="0" presId="urn:microsoft.com/office/officeart/2024/3/layout/BulletTimelineDefaultVariant"/>
    <dgm:cxn modelId="{5D58EFF5-0A0C-4EAE-AA04-CF2BABE49746}" srcId="{8A122411-DD96-4DA4-A2DF-6D0E3DC599EF}" destId="{2BCB1E1A-4C11-4747-A965-6FE74D137BAF}" srcOrd="0" destOrd="0" parTransId="{38D8060D-6CDC-4627-B49A-1D647B7BD360}" sibTransId="{00575497-1A8C-418E-9819-CE012C618ADE}"/>
    <dgm:cxn modelId="{3A87AFFE-B84E-4965-9A8F-A12AE9FC91D6}" type="presOf" srcId="{18B5F286-BCC9-4A22-8DB6-1D0036204275}" destId="{E7907747-231C-420E-8D08-6B8043E222E8}" srcOrd="0" destOrd="0" presId="urn:microsoft.com/office/officeart/2024/3/layout/BulletTimelineDefaultVariant"/>
    <dgm:cxn modelId="{2D817CFF-7DD9-4634-AAEF-D714B58E144B}" srcId="{98E267D6-617E-4FDA-8E88-E29F8949C35F}" destId="{18B5F286-BCC9-4A22-8DB6-1D0036204275}" srcOrd="2" destOrd="0" parTransId="{28F09009-2743-4E7F-860F-6E2198EBFDB5}" sibTransId="{3A94132E-2F2D-4CED-8D83-CB607E61E857}"/>
    <dgm:cxn modelId="{9619C7FF-38BA-4F84-BE7C-580B25AB2C32}" type="presOf" srcId="{5CE482C7-54BB-47B0-9E91-945559E4CFA4}" destId="{ECDB1791-2A44-40B9-B1D5-EA8845DBDED5}" srcOrd="0" destOrd="0" presId="urn:microsoft.com/office/officeart/2024/3/layout/BulletTimelineDefaultVariant"/>
    <dgm:cxn modelId="{36AE1718-64C4-4A3D-88AC-7E8FFE664838}" type="presParOf" srcId="{F13938BB-14A2-4EC5-A241-3ECACCD8CCCE}" destId="{7B7FE143-07E0-46DB-8FD1-9F81708644CB}" srcOrd="0" destOrd="0" presId="urn:microsoft.com/office/officeart/2024/3/layout/BulletTimelineDefaultVariant"/>
    <dgm:cxn modelId="{9C2DE0F7-FB89-4A11-BD8D-7FF958C0CBA5}" type="presParOf" srcId="{F13938BB-14A2-4EC5-A241-3ECACCD8CCCE}" destId="{C27FCF78-37D5-4F5F-82C6-EA5EB29F0ABD}" srcOrd="1" destOrd="0" presId="urn:microsoft.com/office/officeart/2024/3/layout/BulletTimelineDefaultVariant"/>
    <dgm:cxn modelId="{8DB9B686-F841-4863-93D4-AEB7C582DD37}" type="presParOf" srcId="{C27FCF78-37D5-4F5F-82C6-EA5EB29F0ABD}" destId="{693CDEB2-DEB9-423B-8FA3-E8F8B80FB68C}" srcOrd="0" destOrd="0" presId="urn:microsoft.com/office/officeart/2024/3/layout/BulletTimelineDefaultVariant"/>
    <dgm:cxn modelId="{AF7EEFB6-1C8E-465C-91EA-D581FB0D0A5B}" type="presParOf" srcId="{693CDEB2-DEB9-423B-8FA3-E8F8B80FB68C}" destId="{E86C1C24-EF08-4219-9ED3-822A81CB7D58}" srcOrd="0" destOrd="0" presId="urn:microsoft.com/office/officeart/2024/3/layout/BulletTimelineDefaultVariant"/>
    <dgm:cxn modelId="{912205F0-B667-47FE-8044-0582C5434B46}" type="presParOf" srcId="{693CDEB2-DEB9-423B-8FA3-E8F8B80FB68C}" destId="{B8CC5BDE-91A9-48FC-B724-DCEA1CC9E098}" srcOrd="1" destOrd="0" presId="urn:microsoft.com/office/officeart/2024/3/layout/BulletTimelineDefaultVariant"/>
    <dgm:cxn modelId="{81A384DE-4931-4D06-B837-C69B85C219EF}" type="presParOf" srcId="{B8CC5BDE-91A9-48FC-B724-DCEA1CC9E098}" destId="{6F8A4EF7-1ECD-41E0-8CA0-B6D0135F0DA0}" srcOrd="0" destOrd="0" presId="urn:microsoft.com/office/officeart/2024/3/layout/BulletTimelineDefaultVariant"/>
    <dgm:cxn modelId="{319BE15F-6F88-421D-9141-1A9A725D278D}" type="presParOf" srcId="{B8CC5BDE-91A9-48FC-B724-DCEA1CC9E098}" destId="{C960EA2E-1A4D-4957-A000-D5722CF7DD27}" srcOrd="1" destOrd="0" presId="urn:microsoft.com/office/officeart/2024/3/layout/BulletTimelineDefaultVariant"/>
    <dgm:cxn modelId="{394E0D4C-FD6D-4D14-A66A-44F06BBFD861}" type="presParOf" srcId="{693CDEB2-DEB9-423B-8FA3-E8F8B80FB68C}" destId="{B9CE8E3B-68C1-47AC-9DAA-6190A206F2EB}" srcOrd="2" destOrd="0" presId="urn:microsoft.com/office/officeart/2024/3/layout/BulletTimelineDefaultVariant"/>
    <dgm:cxn modelId="{96263F6A-3C8F-49DC-9766-85F2A6538D10}" type="presParOf" srcId="{693CDEB2-DEB9-423B-8FA3-E8F8B80FB68C}" destId="{ECDB1791-2A44-40B9-B1D5-EA8845DBDED5}" srcOrd="3" destOrd="0" presId="urn:microsoft.com/office/officeart/2024/3/layout/BulletTimelineDefaultVariant"/>
    <dgm:cxn modelId="{CB018692-B9EC-4A52-9A6D-7815DA528483}" type="presParOf" srcId="{693CDEB2-DEB9-423B-8FA3-E8F8B80FB68C}" destId="{2B555C4D-A317-443E-89D1-5D88CA6531C4}" srcOrd="4" destOrd="0" presId="urn:microsoft.com/office/officeart/2024/3/layout/BulletTimelineDefaultVariant"/>
    <dgm:cxn modelId="{7772A88D-7D02-4FBF-958A-862B91ADA818}" type="presParOf" srcId="{693CDEB2-DEB9-423B-8FA3-E8F8B80FB68C}" destId="{8ADB3B12-0AC4-4A75-ACFC-BE957F8BAE76}" srcOrd="5" destOrd="0" presId="urn:microsoft.com/office/officeart/2024/3/layout/BulletTimelineDefaultVariant"/>
    <dgm:cxn modelId="{B6D84323-271A-42A2-BA5D-52B8F90E1AA8}" type="presParOf" srcId="{C27FCF78-37D5-4F5F-82C6-EA5EB29F0ABD}" destId="{C69F2D4A-6DFF-44D6-9C17-21F98741CC45}" srcOrd="1" destOrd="0" presId="urn:microsoft.com/office/officeart/2024/3/layout/BulletTimelineDefaultVariant"/>
    <dgm:cxn modelId="{D589945D-C44D-46A6-8AF1-83BDCCB0F859}" type="presParOf" srcId="{C27FCF78-37D5-4F5F-82C6-EA5EB29F0ABD}" destId="{3BEA7B01-D5A9-4C0C-9D3C-6F2918691FDE}" srcOrd="2" destOrd="0" presId="urn:microsoft.com/office/officeart/2024/3/layout/BulletTimelineDefaultVariant"/>
    <dgm:cxn modelId="{0B6F8C93-A270-448A-A56E-9381CF0BE665}" type="presParOf" srcId="{3BEA7B01-D5A9-4C0C-9D3C-6F2918691FDE}" destId="{9DD6F85B-FFD3-44FA-8BAB-C5AA4BE5F88C}" srcOrd="0" destOrd="0" presId="urn:microsoft.com/office/officeart/2024/3/layout/BulletTimelineDefaultVariant"/>
    <dgm:cxn modelId="{7B08DFF7-EE08-415D-9560-16CACE1D58BB}" type="presParOf" srcId="{3BEA7B01-D5A9-4C0C-9D3C-6F2918691FDE}" destId="{18EDA9FB-404D-4892-BA53-952693FD1100}" srcOrd="1" destOrd="0" presId="urn:microsoft.com/office/officeart/2024/3/layout/BulletTimelineDefaultVariant"/>
    <dgm:cxn modelId="{813B120E-7B86-481C-95FC-BFD949AD0B3D}" type="presParOf" srcId="{18EDA9FB-404D-4892-BA53-952693FD1100}" destId="{A4B6F233-806F-449D-9D44-25BC4092C2F3}" srcOrd="0" destOrd="0" presId="urn:microsoft.com/office/officeart/2024/3/layout/BulletTimelineDefaultVariant"/>
    <dgm:cxn modelId="{F91542AF-CB78-4AF1-A226-E698CA326DE0}" type="presParOf" srcId="{18EDA9FB-404D-4892-BA53-952693FD1100}" destId="{7DC25E53-ACB2-4459-A61B-F7F2A196313F}" srcOrd="1" destOrd="0" presId="urn:microsoft.com/office/officeart/2024/3/layout/BulletTimelineDefaultVariant"/>
    <dgm:cxn modelId="{8FBA7BD4-5F5B-4063-98B5-721AD1A03BC5}" type="presParOf" srcId="{3BEA7B01-D5A9-4C0C-9D3C-6F2918691FDE}" destId="{B741A812-FD5C-48CC-B928-9D566CBEE1B1}" srcOrd="2" destOrd="0" presId="urn:microsoft.com/office/officeart/2024/3/layout/BulletTimelineDefaultVariant"/>
    <dgm:cxn modelId="{6F006F47-5675-498D-B560-28E9C11DF3DB}" type="presParOf" srcId="{3BEA7B01-D5A9-4C0C-9D3C-6F2918691FDE}" destId="{C33DBC65-5568-4EA0-A8B7-884DF24561C7}" srcOrd="3" destOrd="0" presId="urn:microsoft.com/office/officeart/2024/3/layout/BulletTimelineDefaultVariant"/>
    <dgm:cxn modelId="{8720ADCB-6F65-404E-96B8-0FD143845134}" type="presParOf" srcId="{3BEA7B01-D5A9-4C0C-9D3C-6F2918691FDE}" destId="{7A10B62D-9FA3-4E37-86BA-6171559719EF}" srcOrd="4" destOrd="0" presId="urn:microsoft.com/office/officeart/2024/3/layout/BulletTimelineDefaultVariant"/>
    <dgm:cxn modelId="{3633AE46-96F5-4C19-8484-F341A9699EBF}" type="presParOf" srcId="{3BEA7B01-D5A9-4C0C-9D3C-6F2918691FDE}" destId="{3B30285D-81B9-4749-82B3-58D4CE031959}" srcOrd="5" destOrd="0" presId="urn:microsoft.com/office/officeart/2024/3/layout/BulletTimelineDefaultVariant"/>
    <dgm:cxn modelId="{C7EBD44B-81D2-44C3-8C2D-7934B8ABBDD2}" type="presParOf" srcId="{C27FCF78-37D5-4F5F-82C6-EA5EB29F0ABD}" destId="{C85F700D-ABB5-4E54-ABF4-5BAC359D9B1A}" srcOrd="3" destOrd="0" presId="urn:microsoft.com/office/officeart/2024/3/layout/BulletTimelineDefaultVariant"/>
    <dgm:cxn modelId="{41AD950F-909A-4935-B86F-AF4D25B7A02E}" type="presParOf" srcId="{C27FCF78-37D5-4F5F-82C6-EA5EB29F0ABD}" destId="{CB0E75D6-351B-4661-9E81-9F8864E3572D}" srcOrd="4" destOrd="0" presId="urn:microsoft.com/office/officeart/2024/3/layout/BulletTimelineDefaultVariant"/>
    <dgm:cxn modelId="{8D6C6A7D-F523-430B-AA4F-21839E389729}" type="presParOf" srcId="{CB0E75D6-351B-4661-9E81-9F8864E3572D}" destId="{B52B779F-4E34-4B3C-A4FE-DA615BAA4EE8}" srcOrd="0" destOrd="0" presId="urn:microsoft.com/office/officeart/2024/3/layout/BulletTimelineDefaultVariant"/>
    <dgm:cxn modelId="{C0195A90-3986-41F8-9C12-2A830EEA4BE0}" type="presParOf" srcId="{CB0E75D6-351B-4661-9E81-9F8864E3572D}" destId="{626ECE63-FF6D-4488-8E37-B0D56B97886F}" srcOrd="1" destOrd="0" presId="urn:microsoft.com/office/officeart/2024/3/layout/BulletTimelineDefaultVariant"/>
    <dgm:cxn modelId="{63A7E6B0-6314-4D8C-A296-C40D44653BD5}" type="presParOf" srcId="{626ECE63-FF6D-4488-8E37-B0D56B97886F}" destId="{E9AC7253-463E-4121-988B-DD9EC44258B8}" srcOrd="0" destOrd="0" presId="urn:microsoft.com/office/officeart/2024/3/layout/BulletTimelineDefaultVariant"/>
    <dgm:cxn modelId="{1E8FBEBF-ACB1-4CA5-9AB4-222252D19B81}" type="presParOf" srcId="{626ECE63-FF6D-4488-8E37-B0D56B97886F}" destId="{26E8AAFA-8CD8-4BB5-9845-09CB451913D5}" srcOrd="1" destOrd="0" presId="urn:microsoft.com/office/officeart/2024/3/layout/BulletTimelineDefaultVariant"/>
    <dgm:cxn modelId="{9BCFDC51-08EA-4326-9624-1B725D3F0403}" type="presParOf" srcId="{CB0E75D6-351B-4661-9E81-9F8864E3572D}" destId="{A3AEF6A6-00EE-47C3-BC93-BC3D28475E9D}" srcOrd="2" destOrd="0" presId="urn:microsoft.com/office/officeart/2024/3/layout/BulletTimelineDefaultVariant"/>
    <dgm:cxn modelId="{BF7E89BD-4920-4FEC-9085-C23BF237D5EF}" type="presParOf" srcId="{CB0E75D6-351B-4661-9E81-9F8864E3572D}" destId="{E7907747-231C-420E-8D08-6B8043E222E8}" srcOrd="3" destOrd="0" presId="urn:microsoft.com/office/officeart/2024/3/layout/BulletTimelineDefaultVariant"/>
    <dgm:cxn modelId="{8BBE82AE-DF87-48DD-8663-589ACBAD1F11}" type="presParOf" srcId="{CB0E75D6-351B-4661-9E81-9F8864E3572D}" destId="{C963A902-CF4C-425C-B3ED-861BE579FF04}" srcOrd="4" destOrd="0" presId="urn:microsoft.com/office/officeart/2024/3/layout/BulletTimelineDefaultVariant"/>
    <dgm:cxn modelId="{49036FDF-9F89-4F78-8BB8-D90ECBAE8498}" type="presParOf" srcId="{CB0E75D6-351B-4661-9E81-9F8864E3572D}" destId="{B238EBF2-3E31-4592-BAF9-5DE3C4164A5A}" srcOrd="5" destOrd="0" presId="urn:microsoft.com/office/officeart/2024/3/layout/BulletTimelineDefaultVariant"/>
    <dgm:cxn modelId="{B58037AC-1967-429B-AC5B-2DE7FA9F2F32}" type="presParOf" srcId="{C27FCF78-37D5-4F5F-82C6-EA5EB29F0ABD}" destId="{15523CBB-6B17-42A8-9085-8185072EC3DC}" srcOrd="5" destOrd="0" presId="urn:microsoft.com/office/officeart/2024/3/layout/BulletTimelineDefaultVariant"/>
    <dgm:cxn modelId="{F546C97C-F239-49B9-A8CB-D5A994E9078F}" type="presParOf" srcId="{C27FCF78-37D5-4F5F-82C6-EA5EB29F0ABD}" destId="{EB3ADF5A-00D2-43DC-804A-F0D50DD9AAF1}" srcOrd="6" destOrd="0" presId="urn:microsoft.com/office/officeart/2024/3/layout/BulletTimelineDefaultVariant"/>
    <dgm:cxn modelId="{F4302162-F576-480A-9BE9-08CC5A6BADF3}" type="presParOf" srcId="{EB3ADF5A-00D2-43DC-804A-F0D50DD9AAF1}" destId="{B53602BB-2930-4427-AD9A-EBD603FD138A}" srcOrd="0" destOrd="0" presId="urn:microsoft.com/office/officeart/2024/3/layout/BulletTimelineDefaultVariant"/>
    <dgm:cxn modelId="{6C09C385-E1CE-4B49-91EB-20FC3A163927}" type="presParOf" srcId="{EB3ADF5A-00D2-43DC-804A-F0D50DD9AAF1}" destId="{D2E44287-5E45-4FA8-85D6-5C2D919E561F}" srcOrd="1" destOrd="0" presId="urn:microsoft.com/office/officeart/2024/3/layout/BulletTimelineDefaultVariant"/>
    <dgm:cxn modelId="{10F117C8-EF0F-44D2-B2AE-D9FDE114383A}" type="presParOf" srcId="{D2E44287-5E45-4FA8-85D6-5C2D919E561F}" destId="{A51EA00C-24AD-4C5F-AEF8-67698011488D}" srcOrd="0" destOrd="0" presId="urn:microsoft.com/office/officeart/2024/3/layout/BulletTimelineDefaultVariant"/>
    <dgm:cxn modelId="{212E4B74-AA24-4043-ADA6-21E47E500EFA}" type="presParOf" srcId="{D2E44287-5E45-4FA8-85D6-5C2D919E561F}" destId="{20C4C855-D3CA-4561-95F3-64D43866B993}" srcOrd="1" destOrd="0" presId="urn:microsoft.com/office/officeart/2024/3/layout/BulletTimelineDefaultVariant"/>
    <dgm:cxn modelId="{9C7B1AB0-D7C6-4EA8-A6E1-9409D3DD5FC4}" type="presParOf" srcId="{EB3ADF5A-00D2-43DC-804A-F0D50DD9AAF1}" destId="{B08754B5-4618-4574-841A-CD33C30F28C1}" srcOrd="2" destOrd="0" presId="urn:microsoft.com/office/officeart/2024/3/layout/BulletTimelineDefaultVariant"/>
    <dgm:cxn modelId="{4061BC05-8CD3-41C2-B3F4-C1C8423F9BFF}" type="presParOf" srcId="{EB3ADF5A-00D2-43DC-804A-F0D50DD9AAF1}" destId="{105285C7-5152-43EE-9120-E810B5184896}" srcOrd="3" destOrd="0" presId="urn:microsoft.com/office/officeart/2024/3/layout/BulletTimelineDefaultVariant"/>
    <dgm:cxn modelId="{D7D72ABC-973F-4731-8E9B-FAFD7494B7A2}" type="presParOf" srcId="{EB3ADF5A-00D2-43DC-804A-F0D50DD9AAF1}" destId="{430D1A84-A43E-48C7-B313-04B1FDE0BB09}" srcOrd="4" destOrd="0" presId="urn:microsoft.com/office/officeart/2024/3/layout/BulletTimelineDefaultVariant"/>
    <dgm:cxn modelId="{513F91DD-6DBC-4F59-9B71-66BE183AAB00}" type="presParOf" srcId="{EB3ADF5A-00D2-43DC-804A-F0D50DD9AAF1}" destId="{6FCF61ED-E6C4-42DA-9870-26F5E44AFB9A}" srcOrd="5" destOrd="0" presId="urn:microsoft.com/office/officeart/2024/3/layout/BulletTimelineDefaultVariant"/>
    <dgm:cxn modelId="{5047D438-ADEA-4FFE-B061-34CD3D70214A}" type="presParOf" srcId="{C27FCF78-37D5-4F5F-82C6-EA5EB29F0ABD}" destId="{0E730638-C8B4-4482-A9A5-361E8EE26393}" srcOrd="7" destOrd="0" presId="urn:microsoft.com/office/officeart/2024/3/layout/BulletTimelineDefaultVariant"/>
    <dgm:cxn modelId="{594AC6AF-E5AB-4A6C-97BB-76B343FE3AAF}" type="presParOf" srcId="{C27FCF78-37D5-4F5F-82C6-EA5EB29F0ABD}" destId="{CF9458A2-3C09-4FF2-AFDB-942294778503}" srcOrd="8" destOrd="0" presId="urn:microsoft.com/office/officeart/2024/3/layout/BulletTimelineDefaultVariant"/>
    <dgm:cxn modelId="{94385AD4-581B-4B57-82D0-832FF7D72EBF}" type="presParOf" srcId="{CF9458A2-3C09-4FF2-AFDB-942294778503}" destId="{0ED34089-41A8-4BFD-9082-EE8FA621B41F}" srcOrd="0" destOrd="0" presId="urn:microsoft.com/office/officeart/2024/3/layout/BulletTimelineDefaultVariant"/>
    <dgm:cxn modelId="{BCA3020B-08C2-47FE-8D0A-77563E7622F7}" type="presParOf" srcId="{CF9458A2-3C09-4FF2-AFDB-942294778503}" destId="{414F708B-608C-46FC-B873-10F63F550D53}" srcOrd="1" destOrd="0" presId="urn:microsoft.com/office/officeart/2024/3/layout/BulletTimelineDefaultVariant"/>
    <dgm:cxn modelId="{D274F434-1448-4B2E-9190-528634015EC7}" type="presParOf" srcId="{414F708B-608C-46FC-B873-10F63F550D53}" destId="{9707FCCE-FE2C-40E5-BBD3-8D1BE3DD1089}" srcOrd="0" destOrd="0" presId="urn:microsoft.com/office/officeart/2024/3/layout/BulletTimelineDefaultVariant"/>
    <dgm:cxn modelId="{E4D96F4D-9325-42BC-A4FD-CEA786391BD5}" type="presParOf" srcId="{414F708B-608C-46FC-B873-10F63F550D53}" destId="{92980D2F-2F3C-40B5-AA1D-6CDFA95E2ECA}" srcOrd="1" destOrd="0" presId="urn:microsoft.com/office/officeart/2024/3/layout/BulletTimelineDefaultVariant"/>
    <dgm:cxn modelId="{791E99B4-51EA-4E22-A380-846A9ACD7965}" type="presParOf" srcId="{CF9458A2-3C09-4FF2-AFDB-942294778503}" destId="{15598551-9E00-47BA-852C-998599D513B1}" srcOrd="2" destOrd="0" presId="urn:microsoft.com/office/officeart/2024/3/layout/BulletTimelineDefaultVariant"/>
    <dgm:cxn modelId="{EBFB3CB2-E853-488F-8EA9-3363EB894F31}" type="presParOf" srcId="{CF9458A2-3C09-4FF2-AFDB-942294778503}" destId="{C849E54C-873E-43FD-8DD1-09B84EBDB509}" srcOrd="3" destOrd="0" presId="urn:microsoft.com/office/officeart/2024/3/layout/BulletTimelineDefaultVariant"/>
    <dgm:cxn modelId="{2353013B-A104-43F9-BD69-D411032E6FE8}" type="presParOf" srcId="{CF9458A2-3C09-4FF2-AFDB-942294778503}" destId="{310A462F-2C2C-4763-B9B0-52C4187657CA}" srcOrd="4" destOrd="0" presId="urn:microsoft.com/office/officeart/2024/3/layout/BulletTimelineDefaultVariant"/>
    <dgm:cxn modelId="{54BC9EA7-E8C6-4D16-A6B0-CDC8DD03B9E3}" type="presParOf" srcId="{CF9458A2-3C09-4FF2-AFDB-942294778503}" destId="{02271D0D-2BB7-4483-9C66-D093F85C2689}" srcOrd="5" destOrd="0" presId="urn:microsoft.com/office/officeart/2024/3/layout/BulletTimelineDefaultVarian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7FE143-07E0-46DB-8FD1-9F81708644CB}">
      <dsp:nvSpPr>
        <dsp:cNvPr id="0" name=""/>
        <dsp:cNvSpPr/>
      </dsp:nvSpPr>
      <dsp:spPr>
        <a:xfrm>
          <a:off x="0" y="2044352"/>
          <a:ext cx="9601200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8A4EF7-1ECD-41E0-8CA0-B6D0135F0DA0}">
      <dsp:nvSpPr>
        <dsp:cNvPr id="0" name=""/>
        <dsp:cNvSpPr/>
      </dsp:nvSpPr>
      <dsp:spPr>
        <a:xfrm rot="8100000">
          <a:off x="63767" y="471143"/>
          <a:ext cx="300679" cy="300679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60EA2E-1A4D-4957-A000-D5722CF7DD27}">
      <dsp:nvSpPr>
        <dsp:cNvPr id="0" name=""/>
        <dsp:cNvSpPr/>
      </dsp:nvSpPr>
      <dsp:spPr>
        <a:xfrm>
          <a:off x="129061" y="536437"/>
          <a:ext cx="170090" cy="1700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E8E3B-68C1-47AC-9DAA-6190A206F2EB}">
      <dsp:nvSpPr>
        <dsp:cNvPr id="0" name=""/>
        <dsp:cNvSpPr/>
      </dsp:nvSpPr>
      <dsp:spPr>
        <a:xfrm>
          <a:off x="426719" y="834095"/>
          <a:ext cx="2662580" cy="1210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/>
            <a:t>Policy review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/>
            <a:t>Fit for purpose Strategy development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ZA" sz="1500" kern="1200"/>
        </a:p>
      </dsp:txBody>
      <dsp:txXfrm>
        <a:off x="426719" y="834095"/>
        <a:ext cx="2662580" cy="1210256"/>
      </dsp:txXfrm>
    </dsp:sp>
    <dsp:sp modelId="{ECDB1791-2A44-40B9-B1D5-EA8845DBDED5}">
      <dsp:nvSpPr>
        <dsp:cNvPr id="0" name=""/>
        <dsp:cNvSpPr/>
      </dsp:nvSpPr>
      <dsp:spPr>
        <a:xfrm>
          <a:off x="426719" y="408870"/>
          <a:ext cx="2662580" cy="425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2000" kern="1200" dirty="0"/>
            <a:t>ESG STRATEGY</a:t>
          </a:r>
        </a:p>
      </dsp:txBody>
      <dsp:txXfrm>
        <a:off x="426719" y="408870"/>
        <a:ext cx="2662580" cy="425225"/>
      </dsp:txXfrm>
    </dsp:sp>
    <dsp:sp modelId="{2B555C4D-A317-443E-89D1-5D88CA6531C4}">
      <dsp:nvSpPr>
        <dsp:cNvPr id="0" name=""/>
        <dsp:cNvSpPr/>
      </dsp:nvSpPr>
      <dsp:spPr>
        <a:xfrm>
          <a:off x="214106" y="749050"/>
          <a:ext cx="0" cy="1295301"/>
        </a:xfrm>
        <a:prstGeom prst="line">
          <a:avLst/>
        </a:prstGeom>
        <a:noFill/>
        <a:ln w="6350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6C1C24-EF08-4219-9ED3-822A81CB7D58}">
      <dsp:nvSpPr>
        <dsp:cNvPr id="0" name=""/>
        <dsp:cNvSpPr/>
      </dsp:nvSpPr>
      <dsp:spPr>
        <a:xfrm>
          <a:off x="175836" y="2006081"/>
          <a:ext cx="76540" cy="765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6F233-806F-449D-9D44-25BC4092C2F3}">
      <dsp:nvSpPr>
        <dsp:cNvPr id="0" name=""/>
        <dsp:cNvSpPr/>
      </dsp:nvSpPr>
      <dsp:spPr>
        <a:xfrm rot="18900000">
          <a:off x="1661337" y="3316881"/>
          <a:ext cx="300679" cy="300679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C25E53-ACB2-4459-A61B-F7F2A196313F}">
      <dsp:nvSpPr>
        <dsp:cNvPr id="0" name=""/>
        <dsp:cNvSpPr/>
      </dsp:nvSpPr>
      <dsp:spPr>
        <a:xfrm>
          <a:off x="1726632" y="3382175"/>
          <a:ext cx="170090" cy="1700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41A812-FD5C-48CC-B928-9D566CBEE1B1}">
      <dsp:nvSpPr>
        <dsp:cNvPr id="0" name=""/>
        <dsp:cNvSpPr/>
      </dsp:nvSpPr>
      <dsp:spPr>
        <a:xfrm>
          <a:off x="2024290" y="3025640"/>
          <a:ext cx="2662580" cy="654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/>
            <a:t>Training and facilitation in Governance and ESG frameworks</a:t>
          </a:r>
        </a:p>
      </dsp:txBody>
      <dsp:txXfrm>
        <a:off x="2024290" y="3025640"/>
        <a:ext cx="2662580" cy="654192"/>
      </dsp:txXfrm>
    </dsp:sp>
    <dsp:sp modelId="{C33DBC65-5568-4EA0-A8B7-884DF24561C7}">
      <dsp:nvSpPr>
        <dsp:cNvPr id="0" name=""/>
        <dsp:cNvSpPr/>
      </dsp:nvSpPr>
      <dsp:spPr>
        <a:xfrm>
          <a:off x="2024290" y="2616770"/>
          <a:ext cx="2662580" cy="408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2000" kern="1200" dirty="0"/>
            <a:t>CAPACITY BUILDING</a:t>
          </a:r>
        </a:p>
      </dsp:txBody>
      <dsp:txXfrm>
        <a:off x="2024290" y="2616770"/>
        <a:ext cx="2662580" cy="408870"/>
      </dsp:txXfrm>
    </dsp:sp>
    <dsp:sp modelId="{7A10B62D-9FA3-4E37-86BA-6171559719EF}">
      <dsp:nvSpPr>
        <dsp:cNvPr id="0" name=""/>
        <dsp:cNvSpPr/>
      </dsp:nvSpPr>
      <dsp:spPr>
        <a:xfrm>
          <a:off x="1811677" y="2044352"/>
          <a:ext cx="0" cy="1275675"/>
        </a:xfrm>
        <a:prstGeom prst="line">
          <a:avLst/>
        </a:prstGeom>
        <a:noFill/>
        <a:ln w="6350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D6F85B-FFD3-44FA-8BAB-C5AA4BE5F88C}">
      <dsp:nvSpPr>
        <dsp:cNvPr id="0" name=""/>
        <dsp:cNvSpPr/>
      </dsp:nvSpPr>
      <dsp:spPr>
        <a:xfrm>
          <a:off x="1773407" y="2006081"/>
          <a:ext cx="76540" cy="765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C7253-463E-4121-988B-DD9EC44258B8}">
      <dsp:nvSpPr>
        <dsp:cNvPr id="0" name=""/>
        <dsp:cNvSpPr/>
      </dsp:nvSpPr>
      <dsp:spPr>
        <a:xfrm rot="8100000">
          <a:off x="3258908" y="471143"/>
          <a:ext cx="300679" cy="300679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E8AAFA-8CD8-4BB5-9845-09CB451913D5}">
      <dsp:nvSpPr>
        <dsp:cNvPr id="0" name=""/>
        <dsp:cNvSpPr/>
      </dsp:nvSpPr>
      <dsp:spPr>
        <a:xfrm>
          <a:off x="3324203" y="536437"/>
          <a:ext cx="170090" cy="1700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EF6A6-00EE-47C3-BC93-BC3D28475E9D}">
      <dsp:nvSpPr>
        <dsp:cNvPr id="0" name=""/>
        <dsp:cNvSpPr/>
      </dsp:nvSpPr>
      <dsp:spPr>
        <a:xfrm>
          <a:off x="3621861" y="834095"/>
          <a:ext cx="2662580" cy="1210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/>
            <a:t>Impact analysis and reporting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/>
            <a:t>Standards alignment – SDG, IFC, PRI, GRI etc</a:t>
          </a:r>
        </a:p>
      </dsp:txBody>
      <dsp:txXfrm>
        <a:off x="3621861" y="834095"/>
        <a:ext cx="2662580" cy="1210256"/>
      </dsp:txXfrm>
    </dsp:sp>
    <dsp:sp modelId="{E7907747-231C-420E-8D08-6B8043E222E8}">
      <dsp:nvSpPr>
        <dsp:cNvPr id="0" name=""/>
        <dsp:cNvSpPr/>
      </dsp:nvSpPr>
      <dsp:spPr>
        <a:xfrm>
          <a:off x="3621861" y="408870"/>
          <a:ext cx="2662580" cy="425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2000" kern="1200" dirty="0"/>
            <a:t>SUSTAINABILITY </a:t>
          </a:r>
        </a:p>
      </dsp:txBody>
      <dsp:txXfrm>
        <a:off x="3621861" y="408870"/>
        <a:ext cx="2662580" cy="425225"/>
      </dsp:txXfrm>
    </dsp:sp>
    <dsp:sp modelId="{C963A902-CF4C-425C-B3ED-861BE579FF04}">
      <dsp:nvSpPr>
        <dsp:cNvPr id="0" name=""/>
        <dsp:cNvSpPr/>
      </dsp:nvSpPr>
      <dsp:spPr>
        <a:xfrm>
          <a:off x="3409248" y="749050"/>
          <a:ext cx="0" cy="1295301"/>
        </a:xfrm>
        <a:prstGeom prst="line">
          <a:avLst/>
        </a:prstGeom>
        <a:noFill/>
        <a:ln w="6350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2B779F-4E34-4B3C-A4FE-DA615BAA4EE8}">
      <dsp:nvSpPr>
        <dsp:cNvPr id="0" name=""/>
        <dsp:cNvSpPr/>
      </dsp:nvSpPr>
      <dsp:spPr>
        <a:xfrm>
          <a:off x="3370978" y="2006081"/>
          <a:ext cx="76540" cy="765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EA00C-24AD-4C5F-AEF8-67698011488D}">
      <dsp:nvSpPr>
        <dsp:cNvPr id="0" name=""/>
        <dsp:cNvSpPr/>
      </dsp:nvSpPr>
      <dsp:spPr>
        <a:xfrm rot="18900000">
          <a:off x="4856479" y="3316881"/>
          <a:ext cx="300679" cy="300679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C4C855-D3CA-4561-95F3-64D43866B993}">
      <dsp:nvSpPr>
        <dsp:cNvPr id="0" name=""/>
        <dsp:cNvSpPr/>
      </dsp:nvSpPr>
      <dsp:spPr>
        <a:xfrm>
          <a:off x="4921774" y="3382175"/>
          <a:ext cx="170090" cy="1700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8754B5-4618-4574-841A-CD33C30F28C1}">
      <dsp:nvSpPr>
        <dsp:cNvPr id="0" name=""/>
        <dsp:cNvSpPr/>
      </dsp:nvSpPr>
      <dsp:spPr>
        <a:xfrm>
          <a:off x="5219431" y="3025640"/>
          <a:ext cx="2662580" cy="654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/>
            <a:t>Pre and post -investment screening and review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500" kern="1200" dirty="0"/>
        </a:p>
      </dsp:txBody>
      <dsp:txXfrm>
        <a:off x="5219431" y="3025640"/>
        <a:ext cx="2662580" cy="654192"/>
      </dsp:txXfrm>
    </dsp:sp>
    <dsp:sp modelId="{105285C7-5152-43EE-9120-E810B5184896}">
      <dsp:nvSpPr>
        <dsp:cNvPr id="0" name=""/>
        <dsp:cNvSpPr/>
      </dsp:nvSpPr>
      <dsp:spPr>
        <a:xfrm>
          <a:off x="5219431" y="2616770"/>
          <a:ext cx="2662580" cy="408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2000" kern="1200" dirty="0"/>
            <a:t>DILIGENCE &amp; SCREENING</a:t>
          </a:r>
        </a:p>
      </dsp:txBody>
      <dsp:txXfrm>
        <a:off x="5219431" y="2616770"/>
        <a:ext cx="2662580" cy="408870"/>
      </dsp:txXfrm>
    </dsp:sp>
    <dsp:sp modelId="{430D1A84-A43E-48C7-B313-04B1FDE0BB09}">
      <dsp:nvSpPr>
        <dsp:cNvPr id="0" name=""/>
        <dsp:cNvSpPr/>
      </dsp:nvSpPr>
      <dsp:spPr>
        <a:xfrm>
          <a:off x="5006819" y="2044352"/>
          <a:ext cx="0" cy="1275675"/>
        </a:xfrm>
        <a:prstGeom prst="line">
          <a:avLst/>
        </a:prstGeom>
        <a:noFill/>
        <a:ln w="6350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3602BB-2930-4427-AD9A-EBD603FD138A}">
      <dsp:nvSpPr>
        <dsp:cNvPr id="0" name=""/>
        <dsp:cNvSpPr/>
      </dsp:nvSpPr>
      <dsp:spPr>
        <a:xfrm>
          <a:off x="4968548" y="2006081"/>
          <a:ext cx="76540" cy="765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7FCCE-FE2C-40E5-BBD3-8D1BE3DD1089}">
      <dsp:nvSpPr>
        <dsp:cNvPr id="0" name=""/>
        <dsp:cNvSpPr/>
      </dsp:nvSpPr>
      <dsp:spPr>
        <a:xfrm rot="8100000">
          <a:off x="6454050" y="471143"/>
          <a:ext cx="300679" cy="300679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980D2F-2F3C-40B5-AA1D-6CDFA95E2ECA}">
      <dsp:nvSpPr>
        <dsp:cNvPr id="0" name=""/>
        <dsp:cNvSpPr/>
      </dsp:nvSpPr>
      <dsp:spPr>
        <a:xfrm>
          <a:off x="6519344" y="536437"/>
          <a:ext cx="170090" cy="1700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598551-9E00-47BA-852C-998599D513B1}">
      <dsp:nvSpPr>
        <dsp:cNvPr id="0" name=""/>
        <dsp:cNvSpPr/>
      </dsp:nvSpPr>
      <dsp:spPr>
        <a:xfrm>
          <a:off x="6817002" y="834095"/>
          <a:ext cx="2662580" cy="1210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/>
            <a:t>Framework design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/>
            <a:t>Policy review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/>
            <a:t>Stakeholder mapping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50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/>
            <a:t> </a:t>
          </a:r>
        </a:p>
      </dsp:txBody>
      <dsp:txXfrm>
        <a:off x="6817002" y="834095"/>
        <a:ext cx="2662580" cy="1210256"/>
      </dsp:txXfrm>
    </dsp:sp>
    <dsp:sp modelId="{C849E54C-873E-43FD-8DD1-09B84EBDB509}">
      <dsp:nvSpPr>
        <dsp:cNvPr id="0" name=""/>
        <dsp:cNvSpPr/>
      </dsp:nvSpPr>
      <dsp:spPr>
        <a:xfrm>
          <a:off x="6817002" y="408870"/>
          <a:ext cx="2662580" cy="425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2000" kern="1200" dirty="0"/>
            <a:t>GOVERNANCE</a:t>
          </a:r>
        </a:p>
      </dsp:txBody>
      <dsp:txXfrm>
        <a:off x="6817002" y="408870"/>
        <a:ext cx="2662580" cy="425225"/>
      </dsp:txXfrm>
    </dsp:sp>
    <dsp:sp modelId="{310A462F-2C2C-4763-B9B0-52C4187657CA}">
      <dsp:nvSpPr>
        <dsp:cNvPr id="0" name=""/>
        <dsp:cNvSpPr/>
      </dsp:nvSpPr>
      <dsp:spPr>
        <a:xfrm>
          <a:off x="6604389" y="749050"/>
          <a:ext cx="0" cy="1295301"/>
        </a:xfrm>
        <a:prstGeom prst="line">
          <a:avLst/>
        </a:prstGeom>
        <a:noFill/>
        <a:ln w="6350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D34089-41A8-4BFD-9082-EE8FA621B41F}">
      <dsp:nvSpPr>
        <dsp:cNvPr id="0" name=""/>
        <dsp:cNvSpPr/>
      </dsp:nvSpPr>
      <dsp:spPr>
        <a:xfrm>
          <a:off x="6566119" y="2006081"/>
          <a:ext cx="76540" cy="765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BulletTimelineDefaultVariant">
  <dgm:title val="Bullet Timeline"/>
  <dgm:desc val="Displays bulleted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70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.8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 fact="0.89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.8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 fact="0.89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4"/>
                  <dgm:constr type="h" for="ch" forName="Ellipse1" refType="w" refFor="ch" refForName="DropPin1" fact="0.4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revTx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node2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.8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 fact="0.89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.8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 fact="0.89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4"/>
                  <dgm:constr type="h" for="ch" forName="Ellipse" refType="w" refFor="ch" refForName="DropPin" fact="0.4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revTx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node2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1C5FD-CA17-4BF6-99AC-AD2BE4067583}" type="datetimeFigureOut">
              <a:rPr lang="en-ZA" smtClean="0"/>
              <a:t>2026/08/03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3C5A2-93BC-4989-89B1-A7DB6E4FA66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343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3C5A2-93BC-4989-89B1-A7DB6E4FA669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36223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ZA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ZA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B25065-0D32-EAEF-E00B-445239B45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86" y="634028"/>
            <a:ext cx="3355942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9000"/>
              </a:lnSpc>
            </a:pPr>
            <a:r>
              <a:rPr lang="en-US" sz="6000" cap="all"/>
              <a:t>HOW WE WORK</a:t>
            </a:r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ZA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ZA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AE2B6DC-5584-9CC8-3838-A30B298078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867559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524703" y="1344037"/>
          <a:ext cx="5367863" cy="436912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536329">
                  <a:extLst>
                    <a:ext uri="{9D8B030D-6E8A-4147-A177-3AD203B41FA5}">
                      <a16:colId xmlns:a16="http://schemas.microsoft.com/office/drawing/2014/main" val="4162596513"/>
                    </a:ext>
                  </a:extLst>
                </a:gridCol>
                <a:gridCol w="3831534">
                  <a:extLst>
                    <a:ext uri="{9D8B030D-6E8A-4147-A177-3AD203B41FA5}">
                      <a16:colId xmlns:a16="http://schemas.microsoft.com/office/drawing/2014/main" val="3658109203"/>
                    </a:ext>
                  </a:extLst>
                </a:gridCol>
              </a:tblGrid>
              <a:tr h="949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ZA" sz="3300" b="1" cap="none" spc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>
                          <a:solidFill>
                            <a:schemeClr val="tx1"/>
                          </a:solidFill>
                        </a:rPr>
                        <a:t>Inception, scoping &amp; engagement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326389"/>
                  </a:ext>
                </a:extLst>
              </a:tr>
              <a:tr h="949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ZA" sz="3300" b="1" cap="none" spc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>
                          <a:solidFill>
                            <a:schemeClr val="tx1"/>
                          </a:solidFill>
                        </a:rPr>
                        <a:t>Sector/organisation assessment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98174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ZA" sz="3300" b="1" cap="none" spc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>
                          <a:solidFill>
                            <a:schemeClr val="tx1"/>
                          </a:solidFill>
                        </a:rPr>
                        <a:t>Co-creation workshops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049373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ZA" sz="3300" b="1" cap="none" spc="0"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>
                          <a:solidFill>
                            <a:schemeClr val="tx1"/>
                          </a:solidFill>
                        </a:rPr>
                        <a:t>Reporting &amp; Verification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436307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ZA" sz="3300" b="1" cap="none" spc="0"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>
                          <a:solidFill>
                            <a:schemeClr val="tx1"/>
                          </a:solidFill>
                        </a:rPr>
                        <a:t>Implementation Support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885156"/>
                  </a:ext>
                </a:extLst>
              </a:tr>
            </a:tbl>
          </a:graphicData>
        </a:graphic>
      </p:graphicFrame>
      <p:pic>
        <p:nvPicPr>
          <p:cNvPr id="1026" name="Picture 5">
            <a:extLst>
              <a:ext uri="{FF2B5EF4-FFF2-40B4-BE49-F238E27FC236}">
                <a16:creationId xmlns:a16="http://schemas.microsoft.com/office/drawing/2014/main" id="{F4959D7D-A973-308B-7CBE-BE10CECA2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2" r="2" b="2"/>
          <a:stretch>
            <a:fillRect/>
          </a:stretch>
        </p:blipFill>
        <p:spPr bwMode="auto">
          <a:xfrm>
            <a:off x="9930371" y="6094140"/>
            <a:ext cx="216535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8258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B3D97-4225-9482-F3A0-DFDAF91CA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17532"/>
          </a:xfrm>
        </p:spPr>
        <p:txBody>
          <a:bodyPr>
            <a:normAutofit/>
          </a:bodyPr>
          <a:lstStyle/>
          <a:p>
            <a:r>
              <a:rPr lang="en-ZA" sz="6000" dirty="0"/>
              <a:t>OUR SERVICES</a:t>
            </a:r>
          </a:p>
        </p:txBody>
      </p:sp>
      <p:graphicFrame>
        <p:nvGraphicFramePr>
          <p:cNvPr id="5" name="Content Placeholder 4" descr="Basic Timeline">
            <a:extLst>
              <a:ext uri="{FF2B5EF4-FFF2-40B4-BE49-F238E27FC236}">
                <a16:creationId xmlns:a16="http://schemas.microsoft.com/office/drawing/2014/main" id="{79ECB863-C86F-FBB1-0129-6A81697CA1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1371600" y="1778696"/>
          <a:ext cx="9601200" cy="4088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1198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F90CED2-72DA-49F5-8068-294F7EEF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F5E1C-B37F-E43B-AFBF-ACA01B806D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5400" y="239482"/>
            <a:ext cx="9601200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cap="all" dirty="0"/>
              <a:t>Services Rates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B1F431A-CD15-6BE9-E785-5B86106417B1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210414062"/>
              </p:ext>
            </p:extLst>
          </p:nvPr>
        </p:nvGraphicFramePr>
        <p:xfrm>
          <a:off x="1480457" y="1127950"/>
          <a:ext cx="9601199" cy="5526027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703577388"/>
                    </a:ext>
                  </a:extLst>
                </a:gridCol>
                <a:gridCol w="2362073">
                  <a:extLst>
                    <a:ext uri="{9D8B030D-6E8A-4147-A177-3AD203B41FA5}">
                      <a16:colId xmlns:a16="http://schemas.microsoft.com/office/drawing/2014/main" val="2801306155"/>
                    </a:ext>
                  </a:extLst>
                </a:gridCol>
                <a:gridCol w="2209926">
                  <a:extLst>
                    <a:ext uri="{9D8B030D-6E8A-4147-A177-3AD203B41FA5}">
                      <a16:colId xmlns:a16="http://schemas.microsoft.com/office/drawing/2014/main" val="3362209133"/>
                    </a:ext>
                  </a:extLst>
                </a:gridCol>
              </a:tblGrid>
              <a:tr h="950038">
                <a:tc>
                  <a:txBody>
                    <a:bodyPr/>
                    <a:lstStyle/>
                    <a:p>
                      <a:r>
                        <a:rPr lang="en-ZA" sz="2700" b="0" cap="none" spc="0" dirty="0">
                          <a:solidFill>
                            <a:schemeClr val="bg1"/>
                          </a:solidFill>
                        </a:rPr>
                        <a:t>Service </a:t>
                      </a:r>
                    </a:p>
                  </a:txBody>
                  <a:tcPr marL="281034" marR="281034" marT="153292" marB="14051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2700" b="0" cap="none" spc="0" dirty="0">
                          <a:solidFill>
                            <a:schemeClr val="bg1"/>
                          </a:solidFill>
                        </a:rPr>
                        <a:t>Hourly</a:t>
                      </a:r>
                    </a:p>
                  </a:txBody>
                  <a:tcPr marL="281034" marR="281034" marT="153292" marB="14051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2700" b="0" cap="none" spc="0" dirty="0">
                          <a:solidFill>
                            <a:schemeClr val="bg1"/>
                          </a:solidFill>
                        </a:rPr>
                        <a:t>Half day/Daily</a:t>
                      </a:r>
                    </a:p>
                  </a:txBody>
                  <a:tcPr marL="281034" marR="281034" marT="153292" marB="14051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925462"/>
                  </a:ext>
                </a:extLst>
              </a:tr>
              <a:tr h="714554">
                <a:tc>
                  <a:txBody>
                    <a:bodyPr/>
                    <a:lstStyle/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Governance &amp; ESG Frameworks workshop</a:t>
                      </a:r>
                    </a:p>
                  </a:txBody>
                  <a:tcPr marL="281034" marR="281034" marT="153292" marB="1405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R5 500 </a:t>
                      </a:r>
                    </a:p>
                  </a:txBody>
                  <a:tcPr marL="281034" marR="281034" marT="153292" marB="1405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R25 000/</a:t>
                      </a:r>
                    </a:p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R45 000</a:t>
                      </a:r>
                    </a:p>
                  </a:txBody>
                  <a:tcPr marL="281034" marR="281034" marT="153292" marB="1405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558053"/>
                  </a:ext>
                </a:extLst>
              </a:tr>
              <a:tr h="795622">
                <a:tc>
                  <a:txBody>
                    <a:bodyPr/>
                    <a:lstStyle/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Strategy Facilitation</a:t>
                      </a:r>
                    </a:p>
                  </a:txBody>
                  <a:tcPr marL="281034" marR="281034" marT="153292" marB="1405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R5 500 </a:t>
                      </a:r>
                    </a:p>
                  </a:txBody>
                  <a:tcPr marL="281034" marR="281034" marT="153292" marB="1405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R25 000/</a:t>
                      </a:r>
                    </a:p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R45 000</a:t>
                      </a:r>
                    </a:p>
                  </a:txBody>
                  <a:tcPr marL="281034" marR="281034" marT="153292" marB="1405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09233"/>
                  </a:ext>
                </a:extLst>
              </a:tr>
              <a:tr h="795622">
                <a:tc>
                  <a:txBody>
                    <a:bodyPr/>
                    <a:lstStyle/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Sustainability Reporting</a:t>
                      </a:r>
                    </a:p>
                  </a:txBody>
                  <a:tcPr marL="281034" marR="281034" marT="153292" marB="1405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R3 500 –</a:t>
                      </a:r>
                    </a:p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R4 500</a:t>
                      </a:r>
                    </a:p>
                  </a:txBody>
                  <a:tcPr marL="281034" marR="281034" marT="153292" marB="1405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Scope dependant</a:t>
                      </a:r>
                    </a:p>
                  </a:txBody>
                  <a:tcPr marL="281034" marR="281034" marT="153292" marB="1405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957331"/>
                  </a:ext>
                </a:extLst>
              </a:tr>
              <a:tr h="795622">
                <a:tc>
                  <a:txBody>
                    <a:bodyPr/>
                    <a:lstStyle/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Pre/post Investment Due Diligence</a:t>
                      </a:r>
                    </a:p>
                  </a:txBody>
                  <a:tcPr marL="281034" marR="281034" marT="153292" marB="1405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R4 500</a:t>
                      </a:r>
                    </a:p>
                  </a:txBody>
                  <a:tcPr marL="281034" marR="281034" marT="153292" marB="1405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Scope dependant</a:t>
                      </a:r>
                    </a:p>
                  </a:txBody>
                  <a:tcPr marL="281034" marR="281034" marT="153292" marB="1405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429351"/>
                  </a:ext>
                </a:extLst>
              </a:tr>
              <a:tr h="795622">
                <a:tc>
                  <a:txBody>
                    <a:bodyPr/>
                    <a:lstStyle/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Moderation/ Key note address</a:t>
                      </a:r>
                    </a:p>
                  </a:txBody>
                  <a:tcPr marL="281034" marR="281034" marT="153292" marB="1405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sz="20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81034" marR="281034" marT="153292" marB="1405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2000" cap="none" spc="0" dirty="0">
                          <a:solidFill>
                            <a:schemeClr val="bg1"/>
                          </a:solidFill>
                        </a:rPr>
                        <a:t>R35 000</a:t>
                      </a:r>
                    </a:p>
                  </a:txBody>
                  <a:tcPr marL="281034" marR="281034" marT="153292" marB="1405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92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056691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{DC318494-3C25-4E68-B03E-3B7C343A242A}tf10001105</Template>
  <TotalTime>3146</TotalTime>
  <Words>136</Words>
  <Application>Microsoft Office PowerPoint</Application>
  <PresentationFormat>Widescreen</PresentationFormat>
  <Paragraphs>50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Franklin Gothic Book</vt:lpstr>
      <vt:lpstr>Crop</vt:lpstr>
      <vt:lpstr>HOW WE WORK</vt:lpstr>
      <vt:lpstr>OUR SERVICES</vt:lpstr>
      <vt:lpstr>Services Rates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Zingisa Motloba</dc:creator>
  <cp:lastModifiedBy>Zingisa Motloba</cp:lastModifiedBy>
  <cp:revision>4</cp:revision>
  <dcterms:created xsi:type="dcterms:W3CDTF">2025-11-20T09:33:05Z</dcterms:created>
  <dcterms:modified xsi:type="dcterms:W3CDTF">2026-08-03T04:55:06Z</dcterms:modified>
</cp:coreProperties>
</file>