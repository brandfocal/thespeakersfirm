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0" r:id="rId1"/>
  </p:sldMasterIdLst>
  <p:notesMasterIdLst>
    <p:notesMasterId r:id="rId3"/>
  </p:notesMasterIdLst>
  <p:sldIdLst>
    <p:sldId id="30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91"/>
    <p:restoredTop sz="95701"/>
  </p:normalViewPr>
  <p:slideViewPr>
    <p:cSldViewPr snapToGrid="0">
      <p:cViewPr varScale="1">
        <p:scale>
          <a:sx n="69" d="100"/>
          <a:sy n="69" d="100"/>
        </p:scale>
        <p:origin x="10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093A93-0506-C042-A447-0EA760BEC484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C98C1E-ABB7-2240-AFC5-ACB02CD5A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60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465449-94C2-3F4E-A750-49BCBEE8DB3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7516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691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452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03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867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23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39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392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4/6/2024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353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55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052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16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- Circle  Whit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15045" y="5864234"/>
            <a:ext cx="7383926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449311" indent="0" algn="ctr">
              <a:buNone/>
              <a:defRPr sz="1966"/>
            </a:lvl2pPr>
            <a:lvl3pPr marL="898621" indent="0" algn="ctr">
              <a:buNone/>
              <a:defRPr sz="1769"/>
            </a:lvl3pPr>
            <a:lvl4pPr marL="1347931" indent="0" algn="ctr">
              <a:buNone/>
              <a:defRPr sz="1573"/>
            </a:lvl4pPr>
            <a:lvl5pPr marL="1797240" indent="0" algn="ctr">
              <a:buNone/>
              <a:defRPr sz="1573"/>
            </a:lvl5pPr>
            <a:lvl6pPr marL="2246551" indent="0" algn="ctr">
              <a:buNone/>
              <a:defRPr sz="1573"/>
            </a:lvl6pPr>
            <a:lvl7pPr marL="2695862" indent="0" algn="ctr">
              <a:buNone/>
              <a:defRPr sz="1573"/>
            </a:lvl7pPr>
            <a:lvl8pPr marL="3145170" indent="0" algn="ctr">
              <a:buNone/>
              <a:defRPr sz="1573"/>
            </a:lvl8pPr>
            <a:lvl9pPr marL="3594481" indent="0" algn="ctr">
              <a:buNone/>
              <a:defRPr sz="1573"/>
            </a:lvl9pPr>
          </a:lstStyle>
          <a:p>
            <a:r>
              <a:rPr lang="en-US" noProof="0" dirty="0"/>
              <a:t>xxx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715042" y="6407674"/>
            <a:ext cx="7383927" cy="2984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Aft>
                <a:spcPts val="0"/>
              </a:spcAft>
              <a:defRPr sz="1200" b="0">
                <a:solidFill>
                  <a:srgbClr val="E0C56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xxx</a:t>
            </a:r>
          </a:p>
        </p:txBody>
      </p:sp>
      <p:pic>
        <p:nvPicPr>
          <p:cNvPr id="6" name="Picture 1" descr="image00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7230" y="-128952"/>
            <a:ext cx="1635714" cy="1528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90765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6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378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/>
          <p:cNvSpPr/>
          <p:nvPr/>
        </p:nvSpPr>
        <p:spPr>
          <a:xfrm>
            <a:off x="8279605" y="178093"/>
            <a:ext cx="228397" cy="2096042"/>
          </a:xfrm>
          <a:prstGeom prst="rect">
            <a:avLst/>
          </a:prstGeom>
          <a:solidFill>
            <a:schemeClr val="tx1"/>
          </a:solidFill>
          <a:ln w="6350" cap="rnd" cmpd="sng" algn="ctr">
            <a:solidFill>
              <a:srgbClr val="1A77A9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30" tIns="45716" rIns="91430" bIns="45716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Rectangle 15"/>
          <p:cNvSpPr/>
          <p:nvPr/>
        </p:nvSpPr>
        <p:spPr>
          <a:xfrm>
            <a:off x="8280914" y="2812103"/>
            <a:ext cx="228398" cy="1516081"/>
          </a:xfrm>
          <a:prstGeom prst="rect">
            <a:avLst/>
          </a:prstGeom>
          <a:solidFill>
            <a:srgbClr val="CC9C13"/>
          </a:solidFill>
          <a:ln w="6350" cap="rnd" cmpd="sng" algn="ctr">
            <a:solidFill>
              <a:srgbClr val="CC9C1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30" tIns="45716" rIns="91430" bIns="45716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      </a:t>
            </a:r>
          </a:p>
        </p:txBody>
      </p:sp>
      <p:sp>
        <p:nvSpPr>
          <p:cNvPr id="8" name="Rectangle 16"/>
          <p:cNvSpPr/>
          <p:nvPr/>
        </p:nvSpPr>
        <p:spPr>
          <a:xfrm>
            <a:off x="8279604" y="4771772"/>
            <a:ext cx="228397" cy="182221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rnd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30" tIns="45716" rIns="91430" bIns="45716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1514" name="Slide Number Placeholder 4"/>
          <p:cNvSpPr txBox="1">
            <a:spLocks/>
          </p:cNvSpPr>
          <p:nvPr/>
        </p:nvSpPr>
        <p:spPr bwMode="auto">
          <a:xfrm>
            <a:off x="10250082" y="6593982"/>
            <a:ext cx="547506" cy="213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296" tIns="46648" rIns="93296" bIns="46648"/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ＭＳ Ｐゴシック" charset="0"/>
              <a:cs typeface="Calibri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5337" y="0"/>
            <a:ext cx="7822817" cy="7140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			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Joy Machoene Kaapu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lang="en-US" sz="24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Joy brings over 20 years of corporate and consulting experience from her work as a Leadership Development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Organisational 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Culture Transformation Consultant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She has been trained as a Facilitator of Transformation by McKinsey &amp; Company and Gita Bellin &amp; Associates in Provence, the South of France. Joy is certified as  a Leadership Coach from The Co-Active Training Institute in Spain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StrengthsFinder Coach from Gallup. Her academic background is in Human Resources Management, and she is also a certified Culture Transformation Consultant from the Barrett Values Centre. She applies a holistic approach to business performance by 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taking organisations on a journey to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awaken the innate human potential in their teams which helps them to embed a thriving culture that drives sustainable success. Her approach to work is centered around Mindsets, Behaviours and Capabilities while co-creating with clients to shift root perspectives that brings about personal and organisational culture transformation. 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Joy is South African by birth </a:t>
            </a:r>
            <a:r>
              <a:rPr lang="en-US" sz="1200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currently resides in Johannesburg. She consults globally and loves co-creating with clients beyond borders. </a:t>
            </a:r>
            <a:r>
              <a:rPr lang="en-US" altLang="en-US" sz="1200" dirty="0">
                <a:latin typeface="Calibri" panose="020F0502020204030204" pitchFamily="34" charset="0"/>
                <a:ea typeface="ヒラギノ角ゴ Pro W3" panose="020B0300000000000000" pitchFamily="34" charset="-128"/>
              </a:rPr>
              <a:t>My clients describe me as a catalyst for leadership development and organisational culture transformation. They resonate with the psychological safety I create while taking them out of their comfort zones to shift mindsets, behaviours, capabilities and  transform cultures.      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9E8636-8C67-00F0-066A-ED542C58A55A}"/>
              </a:ext>
            </a:extLst>
          </p:cNvPr>
          <p:cNvSpPr txBox="1"/>
          <p:nvPr/>
        </p:nvSpPr>
        <p:spPr>
          <a:xfrm>
            <a:off x="8630615" y="139014"/>
            <a:ext cx="208898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672" marR="0" lvl="0" indent="-266672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400" b="1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kumimoji="0" 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xpertise 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Culture Transformation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 Mastery 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Team Development for High Performance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Executive Coaching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Leadership </a:t>
            </a:r>
            <a:r>
              <a:rPr lang="en-US" sz="1200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Development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Transformational Coaching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Gallup Clifton StrengthFinder Coaching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Mindsets, Behaviours and Capabilities Facilitator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eue Haas Grotesk Text Pro"/>
              <a:ea typeface="+mn-ea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9ED927-3076-81FD-2518-E5A682D07ED8}"/>
              </a:ext>
            </a:extLst>
          </p:cNvPr>
          <p:cNvSpPr txBox="1"/>
          <p:nvPr/>
        </p:nvSpPr>
        <p:spPr>
          <a:xfrm>
            <a:off x="8630615" y="2769924"/>
            <a:ext cx="314151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672" marR="0" lvl="0" indent="-266672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400" b="1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Sector</a:t>
            </a:r>
            <a:r>
              <a:rPr kumimoji="0" 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experience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Mining &amp; Energy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Telecommunications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Insurance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Logistics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Government 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Agriculture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FCDBC2-0E2E-3B7A-2422-B7B5432088A3}"/>
              </a:ext>
            </a:extLst>
          </p:cNvPr>
          <p:cNvSpPr txBox="1"/>
          <p:nvPr/>
        </p:nvSpPr>
        <p:spPr>
          <a:xfrm>
            <a:off x="8630615" y="4733345"/>
            <a:ext cx="247650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672" marR="0" lvl="0" indent="-266672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Capabilities  &amp; Instruments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Trainer of Facilitators &amp; Team Coaches - Gita Bellin &amp; Associates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Co-Active Coach – Co-Active  Training Institute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Cultural Transformation Tools (CTT) Level 1 &amp; 2 - Barrett Values Centre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Gallup Clifton StrengthFinder Coach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6877BF-AC41-969C-6D43-610E6E199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72" y="29223"/>
            <a:ext cx="2479964" cy="371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787375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1605</TotalTime>
  <Words>311</Words>
  <Application>Microsoft Office PowerPoint</Application>
  <PresentationFormat>Widescreen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Neue Haas Grotesk Text Pro</vt:lpstr>
      <vt:lpstr>AccentBoxVTI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Sonia Stojanovic</dc:creator>
  <cp:lastModifiedBy>Joy Kaapu</cp:lastModifiedBy>
  <cp:revision>37</cp:revision>
  <cp:lastPrinted>2023-08-23T13:52:42Z</cp:lastPrinted>
  <dcterms:created xsi:type="dcterms:W3CDTF">2023-08-23T08:44:16Z</dcterms:created>
  <dcterms:modified xsi:type="dcterms:W3CDTF">2024-04-06T17:08:28Z</dcterms:modified>
</cp:coreProperties>
</file>